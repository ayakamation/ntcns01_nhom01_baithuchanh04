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6" r:id="rId2"/>
    <p:sldId id="257" r:id="rId3"/>
    <p:sldId id="264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custShowLst>
    <p:custShow name="KHTN" id="0">
      <p:sldLst>
        <p:sld r:id="rId2"/>
        <p:sld r:id="rId3"/>
        <p:sld r:id="rId4"/>
        <p:sld r:id="rId5"/>
        <p:sld r:id="rId6"/>
        <p:sld r:id="rId7"/>
        <p:sld r:id="rId8"/>
        <p:sld r:id="rId9"/>
        <p:sld r:id="rId10"/>
        <p:sld r:id="rId15"/>
      </p:sldLst>
    </p:custShow>
    <p:custShow name="CNTT" id="1">
      <p:sldLst>
        <p:sld r:id="rId2"/>
        <p:sld r:id="rId3"/>
        <p:sld r:id="rId4"/>
        <p:sld r:id="rId5"/>
        <p:sld r:id="rId6"/>
        <p:sld r:id="rId11"/>
        <p:sld r:id="rId12"/>
        <p:sld r:id="rId13"/>
        <p:sld r:id="rId14"/>
        <p:sld r:id="rId15"/>
      </p:sldLst>
    </p:custShow>
  </p:custShow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6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95" d="100"/>
          <a:sy n="95" d="100"/>
        </p:scale>
        <p:origin x="67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E3633C-2A2D-4441-ADA7-AD215AA12C34}" type="datetimeFigureOut">
              <a:rPr lang="vi-VN" smtClean="0"/>
              <a:t>05/02/2026</a:t>
            </a:fld>
            <a:endParaRPr lang="vi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D277E2-ED8C-4AE8-B253-8BE65FF8CE6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678607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0152B-2A40-40EC-AA52-4C56EFC01F27}" type="datetime1">
              <a:rPr lang="vi-VN" smtClean="0"/>
              <a:t>05/02/2026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C842C-49E4-4EB8-B253-A5D4B46B68E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94063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A41FC-399D-4B3D-A5DE-55F8CCA3F6F0}" type="datetime1">
              <a:rPr lang="vi-VN" smtClean="0"/>
              <a:t>05/02/2026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C842C-49E4-4EB8-B253-A5D4B46B68E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015171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43818-A2F2-4640-A7BD-2A0B8B97BFBA}" type="datetime1">
              <a:rPr lang="vi-VN" smtClean="0"/>
              <a:t>05/02/2026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C842C-49E4-4EB8-B253-A5D4B46B68E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89319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238B3-B3B1-4D45-9930-7C4936271E41}" type="datetime1">
              <a:rPr lang="vi-VN" smtClean="0"/>
              <a:t>05/02/2026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C842C-49E4-4EB8-B253-A5D4B46B68E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21216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5E35D-F15D-4614-91C3-8493F29B9438}" type="datetime1">
              <a:rPr lang="vi-VN" smtClean="0"/>
              <a:t>05/02/2026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C842C-49E4-4EB8-B253-A5D4B46B68E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38472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812B3-E777-4E54-BB3F-4DEAD9990082}" type="datetime1">
              <a:rPr lang="vi-VN" smtClean="0"/>
              <a:t>05/02/2026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C842C-49E4-4EB8-B253-A5D4B46B68E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38658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81E8-29B1-41D0-8927-30BC0219A75C}" type="datetime1">
              <a:rPr lang="vi-VN" smtClean="0"/>
              <a:t>05/02/2026</a:t>
            </a:fld>
            <a:endParaRPr lang="vi-V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C842C-49E4-4EB8-B253-A5D4B46B68E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97672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17744-4356-423C-AF40-2DC9B38967B9}" type="datetime1">
              <a:rPr lang="vi-VN" smtClean="0"/>
              <a:t>05/02/2026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C842C-49E4-4EB8-B253-A5D4B46B68E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20735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7D5FC-B3BD-41E6-9CA0-7AE51525AE45}" type="datetime1">
              <a:rPr lang="vi-VN" smtClean="0"/>
              <a:t>05/02/2026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C842C-49E4-4EB8-B253-A5D4B46B68E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42077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68967-0844-40B7-9652-F4F44BA13FED}" type="datetime1">
              <a:rPr lang="vi-VN" smtClean="0"/>
              <a:t>05/02/2026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C842C-49E4-4EB8-B253-A5D4B46B68E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47958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46E18-5FDB-463E-8298-A777F671AA07}" type="datetime1">
              <a:rPr lang="vi-VN" smtClean="0"/>
              <a:t>05/02/2026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C842C-49E4-4EB8-B253-A5D4B46B68E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146063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D63C7-5D49-4C89-908A-C5D6A0C94DB0}" type="datetime1">
              <a:rPr lang="vi-VN" smtClean="0"/>
              <a:t>05/02/2026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C842C-49E4-4EB8-B253-A5D4B46B68E2}" type="slidenum">
              <a:rPr lang="vi-VN" smtClean="0"/>
              <a:t>‹#›</a:t>
            </a:fld>
            <a:endParaRPr lang="vi-VN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082535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D82D9-1AA2-41A6-948D-8723FA747F1C}" type="datetime1">
              <a:rPr lang="vi-VN" smtClean="0"/>
              <a:t>05/02/2026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C842C-49E4-4EB8-B253-A5D4B46B68E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410790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4CE65-6B89-437B-8CDC-03D22B7BB1DA}" type="datetime1">
              <a:rPr lang="vi-VN" smtClean="0"/>
              <a:t>05/02/2026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C842C-49E4-4EB8-B253-A5D4B46B68E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411783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B15CC-09B8-4664-A46A-2DEB2FB2B0CA}" type="datetime1">
              <a:rPr lang="vi-VN" smtClean="0"/>
              <a:t>05/02/2026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C842C-49E4-4EB8-B253-A5D4B46B68E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591595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E6C1-066B-4C28-9743-D5A99F8ADB08}" type="datetime1">
              <a:rPr lang="vi-VN" smtClean="0"/>
              <a:t>05/02/2026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C842C-49E4-4EB8-B253-A5D4B46B68E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750430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7F931-9794-489E-A55A-93756AFF05D3}" type="datetime1">
              <a:rPr lang="vi-VN" smtClean="0"/>
              <a:t>05/02/2026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C842C-49E4-4EB8-B253-A5D4B46B68E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22893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1CC354DD-C715-4E56-972A-2A9FC05C5AEE}" type="datetime1">
              <a:rPr lang="vi-VN" smtClean="0"/>
              <a:t>05/02/2026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vi-VN"/>
              <a:t>Giới thiệu Đại học Cần Thơ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519C842C-49E4-4EB8-B253-A5D4B46B68E2}" type="slidenum">
              <a:rPr lang="vi-VN" smtClean="0"/>
              <a:t>‹#›</a:t>
            </a:fld>
            <a:endParaRPr lang="vi-V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A4B2CFD-8A5B-4899-8C3A-B7906E1DF80B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7408" y="842832"/>
            <a:ext cx="1417531" cy="141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574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1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32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Times New Roman" panose="02020603050405020304" pitchFamily="18" charset="0"/>
        <a:buChar char="⁃"/>
        <a:defRPr sz="28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Times New Roman" panose="02020603050405020304" pitchFamily="18" charset="0"/>
        <a:buChar char="+"/>
        <a:defRPr sz="24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22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Wingdings" panose="05000000000000000000" pitchFamily="2" charset="2"/>
        <a:buChar char="ü"/>
        <a:defRPr sz="20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it.ctu.edu.vn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7D931-736C-4125-8153-CF0674127D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1507" y="1562793"/>
            <a:ext cx="8689976" cy="2061557"/>
          </a:xfrm>
        </p:spPr>
        <p:txBody>
          <a:bodyPr>
            <a:normAutofit fontScale="90000"/>
          </a:bodyPr>
          <a:lstStyle/>
          <a:p>
            <a:r>
              <a:rPr lang="vi-VN" sz="5000" b="1" i="0" dirty="0">
                <a:solidFill>
                  <a:srgbClr val="363636"/>
                </a:solidFill>
                <a:effectLst/>
                <a:latin typeface="Inter"/>
              </a:rPr>
              <a:t>ĐẠI HỌC CẦN THƠ - QUÁ TRÌNH HÌNH THÀNH VÀ </a:t>
            </a:r>
            <a:br>
              <a:rPr lang="vi-VN" sz="5000" b="1" i="0" dirty="0">
                <a:solidFill>
                  <a:srgbClr val="363636"/>
                </a:solidFill>
                <a:effectLst/>
                <a:latin typeface="Inter"/>
              </a:rPr>
            </a:br>
            <a:r>
              <a:rPr lang="vi-VN" sz="5000" b="1" i="0" dirty="0">
                <a:solidFill>
                  <a:srgbClr val="363636"/>
                </a:solidFill>
                <a:effectLst/>
                <a:latin typeface="Inter"/>
              </a:rPr>
              <a:t>PHÁT TRIỂN</a:t>
            </a:r>
            <a:endParaRPr lang="vi-VN" sz="5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877545-F5E8-4F15-8467-99E1F4A3FD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1012" y="4069080"/>
            <a:ext cx="8689976" cy="1371599"/>
          </a:xfrm>
        </p:spPr>
        <p:txBody>
          <a:bodyPr/>
          <a:lstStyle/>
          <a:p>
            <a:r>
              <a:rPr lang="vi-VN" i="0" dirty="0">
                <a:solidFill>
                  <a:srgbClr val="363636"/>
                </a:solidFill>
                <a:effectLst/>
                <a:latin typeface="Inter"/>
              </a:rPr>
              <a:t>TS. NGUYỄN VĂN A</a:t>
            </a:r>
            <a:endParaRPr lang="vi-V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4AF794-8FCE-4F10-8727-40849351F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55033" y="5589240"/>
            <a:ext cx="6617368" cy="953193"/>
          </a:xfrm>
        </p:spPr>
        <p:txBody>
          <a:bodyPr/>
          <a:lstStyle/>
          <a:p>
            <a:r>
              <a:rPr lang="vi-V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Giới thiệu Đại học Cần Thơ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029250-B5AF-4EAA-9836-0D3219D90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2137" y="5883273"/>
            <a:ext cx="764215" cy="365125"/>
          </a:xfrm>
        </p:spPr>
        <p:txBody>
          <a:bodyPr/>
          <a:lstStyle/>
          <a:p>
            <a:fld id="{519C842C-49E4-4EB8-B253-A5D4B46B68E2}" type="slidenum">
              <a:rPr lang="vi-VN" sz="1800" b="1" smtClean="0"/>
              <a:pPr/>
              <a:t>1</a:t>
            </a:fld>
            <a:endParaRPr lang="vi-VN" sz="1800" b="1" dirty="0"/>
          </a:p>
        </p:txBody>
      </p:sp>
    </p:spTree>
    <p:extLst>
      <p:ext uri="{BB962C8B-B14F-4D97-AF65-F5344CB8AC3E}">
        <p14:creationId xmlns:p14="http://schemas.microsoft.com/office/powerpoint/2010/main" val="2359930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3CF19-B85D-4800-8DB4-0E0274625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0" i="0" dirty="0">
                <a:solidFill>
                  <a:srgbClr val="4A5668"/>
                </a:solidFill>
                <a:effectLst/>
                <a:latin typeface="Inter"/>
              </a:rPr>
              <a:t> </a:t>
            </a:r>
            <a:r>
              <a:rPr lang="vi-VN" b="1" i="0" dirty="0">
                <a:solidFill>
                  <a:srgbClr val="363636"/>
                </a:solidFill>
                <a:effectLst/>
                <a:latin typeface="Inter"/>
              </a:rPr>
              <a:t>NỘI DUNG</a:t>
            </a:r>
            <a:endParaRPr lang="vi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EAA18B-4C3B-4F3C-AF66-8FF713EE191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vi-VN" b="0" i="0" dirty="0">
                <a:solidFill>
                  <a:srgbClr val="4A5668"/>
                </a:solidFill>
                <a:effectLst/>
                <a:latin typeface="Inter"/>
              </a:rPr>
              <a:t> </a:t>
            </a:r>
            <a:r>
              <a:rPr lang="vi-VN" b="1" i="0" dirty="0">
                <a:solidFill>
                  <a:srgbClr val="363636"/>
                </a:solidFill>
                <a:effectLst/>
              </a:rPr>
              <a:t>THỜI KỲ VIỆN ĐẠI HỌC CẦN THƠ (1966 - 1975)</a:t>
            </a:r>
          </a:p>
          <a:p>
            <a:r>
              <a:rPr lang="vi-VN" b="1" i="0" dirty="0">
                <a:solidFill>
                  <a:srgbClr val="4A5668"/>
                </a:solidFill>
                <a:effectLst/>
              </a:rPr>
              <a:t> </a:t>
            </a:r>
            <a:r>
              <a:rPr lang="vi-VN" b="1" i="0" dirty="0">
                <a:solidFill>
                  <a:srgbClr val="363636"/>
                </a:solidFill>
                <a:effectLst/>
              </a:rPr>
              <a:t>ĐHCT GIAI ĐOẠN SAU NĂM 1975</a:t>
            </a:r>
            <a:endParaRPr lang="vi-VN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A6B81D-0596-4C08-B5A7-3B67D69F8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6530" y="5791199"/>
            <a:ext cx="6672887" cy="365125"/>
          </a:xfrm>
        </p:spPr>
        <p:txBody>
          <a:bodyPr/>
          <a:lstStyle/>
          <a:p>
            <a:r>
              <a:rPr lang="vi-V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Giới thiệu Đại học Cần Thơ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7D9E82-BF51-4271-9E7B-7FEF17954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3362" y="5879232"/>
            <a:ext cx="764215" cy="365125"/>
          </a:xfrm>
        </p:spPr>
        <p:txBody>
          <a:bodyPr/>
          <a:lstStyle/>
          <a:p>
            <a:fld id="{519C842C-49E4-4EB8-B253-A5D4B46B68E2}" type="slidenum">
              <a:rPr lang="vi-VN" sz="18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vi-V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40644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CD7FE-1BFF-4F27-8C27-F501031DC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dirty="0"/>
              <a:t>THỜI KỲ VIỆN ĐẠI HỌC CẦN THƠ (1966 - 1975)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C723AA-A168-4448-A9DD-98FDC9D40F8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vi-VN" sz="3000" dirty="0"/>
              <a:t>ĐƯỢC THÀNH LẬP NGÀY 31 THÁNG 03 NĂM 1966</a:t>
            </a:r>
          </a:p>
          <a:p>
            <a:r>
              <a:rPr lang="vi-VN" dirty="0">
                <a:latin typeface="Google Sans Flex"/>
              </a:rPr>
              <a:t>VIỆN ĐẠI HỌC </a:t>
            </a:r>
            <a:r>
              <a:rPr lang="vi-VN" dirty="0">
                <a:latin typeface="+mj-lt"/>
              </a:rPr>
              <a:t>CẦN</a:t>
            </a:r>
            <a:r>
              <a:rPr lang="vi-VN" dirty="0">
                <a:latin typeface="Google Sans Flex"/>
              </a:rPr>
              <a:t> THƠ CÓ BỐN KHOA:</a:t>
            </a:r>
          </a:p>
          <a:p>
            <a:pPr lvl="1"/>
            <a:r>
              <a:rPr lang="vi-VN" dirty="0"/>
              <a:t>KHOA HỌC</a:t>
            </a:r>
            <a:endParaRPr lang="vi-VN" dirty="0">
              <a:latin typeface="Google Sans Flex"/>
            </a:endParaRPr>
          </a:p>
          <a:p>
            <a:pPr lvl="1"/>
            <a:r>
              <a:rPr lang="vi-VN" dirty="0"/>
              <a:t>LUẬT KHOA</a:t>
            </a:r>
            <a:endParaRPr lang="vi-VN" dirty="0">
              <a:latin typeface="Google Sans Flex"/>
            </a:endParaRPr>
          </a:p>
          <a:p>
            <a:pPr lvl="1"/>
            <a:r>
              <a:rPr lang="vi-VN" dirty="0"/>
              <a:t>KHOA HỌC XÃ HỘI, VĂN KHOA, SƯ PHẠM</a:t>
            </a:r>
            <a:endParaRPr lang="vi-VN" dirty="0">
              <a:latin typeface="Google Sans Flex"/>
            </a:endParaRPr>
          </a:p>
          <a:p>
            <a:pPr lvl="1"/>
            <a:r>
              <a:rPr lang="vi-VN" dirty="0"/>
              <a:t>CAO ĐẲNG NÔNG NGHIỆP VÀ TRUNG TÂM SINH NGỮ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C57739-E46B-436A-A24A-6979DD3A1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z="3000" b="1" dirty="0">
                <a:latin typeface="+mj-lt"/>
              </a:rPr>
              <a:t>Giới thiệu Đại học Cần Thơ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F10D43-F3F2-40F1-B8E0-D391215AC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3014" y="5883275"/>
            <a:ext cx="764215" cy="365125"/>
          </a:xfrm>
        </p:spPr>
        <p:txBody>
          <a:bodyPr/>
          <a:lstStyle/>
          <a:p>
            <a:fld id="{519C842C-49E4-4EB8-B253-A5D4B46B68E2}" type="slidenum">
              <a:rPr lang="vi-VN" sz="18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vi-V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3005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E8046-0D32-4F3C-925B-1C75C13BC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THỜI KỲ VIỆN ĐẠI HỌC CẦN THƠ (1966 - 1975)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6E78B3-9C51-461F-B30B-99DF257D13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2094808"/>
            <a:ext cx="10363826" cy="3696392"/>
          </a:xfrm>
        </p:spPr>
        <p:txBody>
          <a:bodyPr>
            <a:normAutofit/>
          </a:bodyPr>
          <a:lstStyle/>
          <a:p>
            <a:r>
              <a:rPr lang="vi-VN" sz="3000" dirty="0"/>
              <a:t>CƠ SỞ VẬT CHẤT CỦA VIỆN ĐẠI HỌC CẦN THƠ TỌA LẠC TRÊN 4 ĐỊA ĐIỂM</a:t>
            </a:r>
          </a:p>
          <a:p>
            <a:pPr lvl="1"/>
            <a:r>
              <a:rPr lang="vi-VN" dirty="0"/>
              <a:t>TÒA VIỆN TRƯỞNG (SỐ 5, ĐẠI LỘ HÒA BÌNH)</a:t>
            </a:r>
          </a:p>
          <a:p>
            <a:pPr lvl="1"/>
            <a:r>
              <a:rPr lang="vi-VN" dirty="0"/>
              <a:t>KHU I (ĐƯỜNG 30/4)</a:t>
            </a:r>
          </a:p>
          <a:p>
            <a:pPr lvl="1"/>
            <a:r>
              <a:rPr lang="vi-VN" dirty="0"/>
              <a:t>KHU II (ĐƯỜNG 3/2)</a:t>
            </a:r>
          </a:p>
          <a:p>
            <a:pPr lvl="1"/>
            <a:r>
              <a:rPr lang="vi-VN" dirty="0"/>
              <a:t>KHU III (SỐ 1, LÝ TỰ TRỌNG)</a:t>
            </a:r>
          </a:p>
          <a:p>
            <a:pPr lvl="1"/>
            <a:endParaRPr lang="vi-VN" sz="1600" dirty="0"/>
          </a:p>
          <a:p>
            <a:pPr lvl="1"/>
            <a:endParaRPr lang="vi-VN" sz="2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FB7DEB-AC2D-4AC1-B33C-93F5C87E2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5883276"/>
            <a:ext cx="6672887" cy="356208"/>
          </a:xfrm>
        </p:spPr>
        <p:txBody>
          <a:bodyPr/>
          <a:lstStyle/>
          <a:p>
            <a:r>
              <a:rPr lang="vi-VN" sz="3000" b="1" dirty="0">
                <a:latin typeface="+mj-lt"/>
              </a:rPr>
              <a:t>Giới thiệu Đại học Cần Thơ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724C22-2CA7-4566-97A1-BF7AC5040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30389" y="5883276"/>
            <a:ext cx="764215" cy="365125"/>
          </a:xfrm>
        </p:spPr>
        <p:txBody>
          <a:bodyPr/>
          <a:lstStyle/>
          <a:p>
            <a:fld id="{519C842C-49E4-4EB8-B253-A5D4B46B68E2}" type="slidenum">
              <a:rPr lang="vi-VN" sz="18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vi-V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91438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913B3-5E36-4465-B798-CE0E36FF3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ĐHCT GIAI ĐOẠN SAU NĂM 1975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F961D5-FC34-4ADD-BDAF-7C82FD42B5A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2214694"/>
            <a:ext cx="10363826" cy="3424107"/>
          </a:xfrm>
        </p:spPr>
        <p:txBody>
          <a:bodyPr>
            <a:normAutofit lnSpcReduction="10000"/>
          </a:bodyPr>
          <a:lstStyle/>
          <a:p>
            <a:r>
              <a:rPr lang="vi-VN" dirty="0"/>
              <a:t>VIỆN ĐẠI HỌC CẦN THƠ ĐƯỢC ĐỔI THÀNH ĐHCT</a:t>
            </a:r>
          </a:p>
          <a:p>
            <a:r>
              <a:rPr lang="vi-VN" dirty="0"/>
              <a:t>CƠ CẤU ĐHCT HIỆN NAY</a:t>
            </a:r>
          </a:p>
          <a:p>
            <a:pPr lvl="1"/>
            <a:r>
              <a:rPr lang="vi-VN" dirty="0"/>
              <a:t>KHOA - VIỆN</a:t>
            </a:r>
          </a:p>
          <a:p>
            <a:pPr lvl="1"/>
            <a:r>
              <a:rPr lang="vi-VN" dirty="0"/>
              <a:t>TRUNG TÂM - TRUNG TÂM ĐÀO TẠO</a:t>
            </a:r>
          </a:p>
          <a:p>
            <a:pPr lvl="1"/>
            <a:r>
              <a:rPr lang="vi-VN" dirty="0"/>
              <a:t>PHÒNG BAN CHỨC NĂNG</a:t>
            </a:r>
          </a:p>
          <a:p>
            <a:pPr lvl="1"/>
            <a:r>
              <a:rPr lang="vi-VN" dirty="0"/>
              <a:t>ĐOÀN THỂ &amp; HỘI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EAEF0C-5FEE-4E40-9936-8BAD6668A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z="3000" b="1" dirty="0">
                <a:latin typeface="+mj-lt"/>
              </a:rPr>
              <a:t>Giới thiệu Đại học Cần Thơ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90293A-A08F-437F-8EC0-0C863A6F2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30389" y="5883275"/>
            <a:ext cx="764215" cy="365125"/>
          </a:xfrm>
        </p:spPr>
        <p:txBody>
          <a:bodyPr/>
          <a:lstStyle/>
          <a:p>
            <a:fld id="{519C842C-49E4-4EB8-B253-A5D4B46B68E2}" type="slidenum">
              <a:rPr lang="vi-VN" sz="18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vi-V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9580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A32AB-2872-4372-8CA1-A43A557A0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ĐHCT GIAI ĐOẠN SAU NĂM 1975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6B07B-DF40-4EF2-A702-79811FA8CF4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vi-VN" b="1" dirty="0">
                <a:solidFill>
                  <a:srgbClr val="FF0000"/>
                </a:solidFill>
              </a:rPr>
              <a:t>KHOA KHOA HỌC TỰ NHIÊN</a:t>
            </a:r>
          </a:p>
          <a:p>
            <a:pPr lvl="1"/>
            <a:r>
              <a:rPr lang="vi-VN" dirty="0"/>
              <a:t>NGÀY 14/1/1995, TRƯỜNG ĐHCT KHÁNH THÀNH KHOA KHOA HỌC</a:t>
            </a:r>
          </a:p>
          <a:p>
            <a:pPr lvl="1"/>
            <a:r>
              <a:rPr lang="vi-VN" dirty="0"/>
              <a:t>CƠ SỞ VẬT CHẤT:</a:t>
            </a:r>
          </a:p>
          <a:p>
            <a:pPr lvl="2"/>
            <a:r>
              <a:rPr lang="vi-VN" dirty="0"/>
              <a:t>12 PHÒNG THÍ NGHIỆM (PTN) CHO SINH, HÓA, VẬT LÝ</a:t>
            </a:r>
          </a:p>
          <a:p>
            <a:pPr lvl="2"/>
            <a:r>
              <a:rPr lang="vi-VN" dirty="0"/>
              <a:t>01 PHÒNG MÁY TÍNH ĐƯỢC NỐI MẠNG VỚI NHAU</a:t>
            </a:r>
            <a:endParaRPr lang="vi-VN" b="1" dirty="0">
              <a:solidFill>
                <a:srgbClr val="FF000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ADF120-4ABE-490B-85B2-A083233EA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Giới thiệu Đại học Cần Thơ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91D5D7-0DF9-4C6B-86D2-A1BA3779F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C842C-49E4-4EB8-B253-A5D4B46B68E2}" type="slidenum">
              <a:rPr lang="vi-VN" sz="1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vi-V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92247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BB68F-B5A0-460F-A689-07A0EE712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ĐHCT GIAI ĐOẠN SAU NĂM 1975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B90A1F-7E9F-4F94-8CF8-6F21B3DAA8E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vi-VN" b="1" dirty="0">
                <a:solidFill>
                  <a:srgbClr val="FF0000"/>
                </a:solidFill>
              </a:rPr>
              <a:t>KHOA KHOA HỌC TỰ NHIÊN</a:t>
            </a:r>
          </a:p>
          <a:p>
            <a:pPr lvl="1"/>
            <a:r>
              <a:rPr lang="vi-VN" dirty="0"/>
              <a:t>CƠ SỞ VẬT CHẤT:</a:t>
            </a:r>
          </a:p>
          <a:p>
            <a:pPr lvl="2"/>
            <a:r>
              <a:rPr lang="vi-VN" dirty="0"/>
              <a:t>VP KHOA VÀ VƯỜN SỬA CHỮA</a:t>
            </a:r>
          </a:p>
          <a:p>
            <a:pPr lvl="2"/>
            <a:r>
              <a:rPr lang="vi-VN" dirty="0"/>
              <a:t>NĂM 2000, TRƯỜNG ĐÃ ĐẦU TƯ MỞ RỘNG KHU PTN CỦA KHOA</a:t>
            </a:r>
          </a:p>
          <a:p>
            <a:pPr lvl="2"/>
            <a:r>
              <a:rPr lang="vi-VN" dirty="0"/>
              <a:t>XÂY MỚI KHU NHÀ 1 TẦNG VỚI 12 PHÒNG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C93AF7-CE97-4A53-B5A7-6D8B3091E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Giới thiệu Đại học Cần Thơ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5A969F-A94D-495C-A732-9A3280CC6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3385" y="5883275"/>
            <a:ext cx="764215" cy="365125"/>
          </a:xfrm>
        </p:spPr>
        <p:txBody>
          <a:bodyPr/>
          <a:lstStyle/>
          <a:p>
            <a:fld id="{519C842C-49E4-4EB8-B253-A5D4B46B68E2}" type="slidenum">
              <a:rPr lang="vi-VN" sz="18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vi-V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89584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C7C25-7140-4F88-A1A5-841E7E52F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ĐHCT GIAI ĐOẠN SAU NĂM 1975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086747-EC31-4DEA-B91B-6457212805F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2184952"/>
            <a:ext cx="10363826" cy="3424107"/>
          </a:xfrm>
        </p:spPr>
        <p:txBody>
          <a:bodyPr/>
          <a:lstStyle/>
          <a:p>
            <a:r>
              <a:rPr lang="vi-VN" b="1" dirty="0">
                <a:solidFill>
                  <a:srgbClr val="FF0000"/>
                </a:solidFill>
              </a:rPr>
              <a:t>KHOA KHOA HỌC TỰ NHIÊN</a:t>
            </a:r>
          </a:p>
          <a:p>
            <a:pPr lvl="1"/>
            <a:r>
              <a:rPr lang="vi-VN" dirty="0"/>
              <a:t>KHOA KHTN HIỆN NAY GỒM 04 BỘ MÔN:</a:t>
            </a:r>
          </a:p>
          <a:p>
            <a:pPr lvl="2"/>
            <a:r>
              <a:rPr lang="vi-VN" dirty="0"/>
              <a:t>BỘ MÔN SINH HỌC</a:t>
            </a:r>
          </a:p>
          <a:p>
            <a:pPr lvl="2"/>
            <a:r>
              <a:rPr lang="vi-VN" dirty="0"/>
              <a:t>BỘ MÔN HÓA HỌC</a:t>
            </a:r>
          </a:p>
          <a:p>
            <a:pPr lvl="2"/>
            <a:r>
              <a:rPr lang="vi-VN" dirty="0"/>
              <a:t>BỘ MÔN TOÁN HỌC</a:t>
            </a:r>
          </a:p>
          <a:p>
            <a:pPr lvl="2"/>
            <a:r>
              <a:rPr lang="vi-VN" dirty="0"/>
              <a:t>Bộ môn vật lý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C73F84-8E99-466E-9E3B-FF238DA54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Giới thiệu Đại học Cần Thơ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98A96F-3035-4C9F-9CA1-4F70F01CC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C842C-49E4-4EB8-B253-A5D4B46B68E2}" type="slidenum">
              <a:rPr lang="vi-VN" sz="18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vi-V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27675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66566-657E-4E92-8E83-66E96D743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ĐHCT GIAI ĐOẠN SAU NĂM 1975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989FF9-DF7B-4193-9626-BF1628D6CE9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vi-VN" b="1" dirty="0">
                <a:solidFill>
                  <a:srgbClr val="FF0000"/>
                </a:solidFill>
              </a:rPr>
              <a:t>KHOA KHOA HỌC TỰ NHIÊN</a:t>
            </a:r>
          </a:p>
          <a:p>
            <a:pPr lvl="1"/>
            <a:r>
              <a:rPr lang="vi-VN" dirty="0"/>
              <a:t>CÔNG TÁC ĐÀO TẠO:</a:t>
            </a:r>
          </a:p>
          <a:p>
            <a:pPr lvl="2"/>
            <a:r>
              <a:rPr lang="vi-VN" dirty="0"/>
              <a:t>ĐẠI HỌC: ....</a:t>
            </a:r>
          </a:p>
          <a:p>
            <a:pPr lvl="2"/>
            <a:r>
              <a:rPr lang="vi-VN" dirty="0"/>
              <a:t>SĐH: ....</a:t>
            </a:r>
          </a:p>
          <a:p>
            <a:pPr lvl="1"/>
            <a:r>
              <a:rPr lang="vi-VN" dirty="0"/>
              <a:t>CÔNG TÁC NCKH, BÁO CÁO CHUYÊN ĐỀ: ....</a:t>
            </a:r>
          </a:p>
          <a:p>
            <a:pPr lvl="1"/>
            <a:r>
              <a:rPr lang="vi-VN" dirty="0"/>
              <a:t>CÔNG TÁC ĐÀO TẠO VÀ BỒI DƯỠNG CÁN BỘ: ....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54DA67-7677-4548-A3DA-BAEFBCED7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Giới thiệu Đại học Cần Thơ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E58612-E21D-4B15-B4E6-F689832A0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C842C-49E4-4EB8-B253-A5D4B46B68E2}" type="slidenum">
              <a:rPr lang="vi-VN" sz="18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vi-V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22297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F7367-64F0-41F6-A097-AE9DC1161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ĐHCT GIAI ĐOẠN SAU NĂM 1975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977D61-3E07-4846-BE06-AC019548953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/>
          </a:bodyPr>
          <a:lstStyle/>
          <a:p>
            <a:r>
              <a:rPr lang="vi-VN" b="1" dirty="0">
                <a:solidFill>
                  <a:schemeClr val="accent1"/>
                </a:solidFill>
                <a:hlinkClick r:id="rId2"/>
              </a:rPr>
              <a:t>KHOA CNTT &amp; TT</a:t>
            </a:r>
            <a:endParaRPr lang="vi-VN" b="1" dirty="0">
              <a:solidFill>
                <a:schemeClr val="accent1"/>
              </a:solidFill>
            </a:endParaRPr>
          </a:p>
          <a:p>
            <a:pPr lvl="1"/>
            <a:r>
              <a:rPr lang="vi-VN" dirty="0"/>
              <a:t>ĐƯỢC THÀNH LẬP NĂM 1994 TRÊN CƠ SỞ TRUNG TÂM ĐIỆN TỬ VÀ TIN HỌC</a:t>
            </a:r>
          </a:p>
          <a:p>
            <a:pPr lvl="1"/>
            <a:r>
              <a:rPr lang="vi-VN" dirty="0"/>
              <a:t>NHIỆM VỤ CỦA KHOA LÀ ĐÀO TẠO</a:t>
            </a:r>
          </a:p>
          <a:p>
            <a:pPr lvl="2"/>
            <a:r>
              <a:rPr lang="vi-VN" dirty="0"/>
              <a:t>ĐẠI HỌC VÀ SAU ĐẠI HỌC</a:t>
            </a:r>
          </a:p>
          <a:p>
            <a:pPr lvl="2"/>
            <a:r>
              <a:rPr lang="vi-VN" dirty="0"/>
              <a:t>NCKH VÀ CHUYỂN GIAO CÔNG NGHỆ TRONG LĨNH VỰC CNTT&amp;TT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D3DBF8-B5C6-4945-8DD8-136D359FA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Giới thiệu Đại học Cần Thơ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13A8BD-CEB7-47F5-B5B6-56E3A276E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C842C-49E4-4EB8-B253-A5D4B46B68E2}" type="slidenum">
              <a:rPr lang="vi-VN" sz="18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vi-V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22633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07BD2-826F-49E3-98CA-C84F45C04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ĐHCT GIAI ĐOẠN SAU NĂM 1975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EC240-B68F-4D25-B153-071EF4F5EB9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vi-VN" b="1" dirty="0">
                <a:solidFill>
                  <a:srgbClr val="0070C0"/>
                </a:solidFill>
              </a:rPr>
              <a:t>KHOA CNTT &amp; TT</a:t>
            </a:r>
          </a:p>
          <a:p>
            <a:pPr lvl="1"/>
            <a:r>
              <a:rPr lang="vi-VN" dirty="0"/>
              <a:t>TẦM NHÌN ĐẾN NĂM 2020</a:t>
            </a:r>
          </a:p>
          <a:p>
            <a:pPr lvl="2"/>
            <a:r>
              <a:rPr lang="vi-VN" dirty="0"/>
              <a:t>ĐƠN VỊ ĐÀO TẠO VÀ</a:t>
            </a:r>
          </a:p>
          <a:p>
            <a:pPr lvl="2"/>
            <a:r>
              <a:rPr lang="vi-VN" dirty="0"/>
              <a:t>NGHIÊN CỨU KHOA HỌC VỀ CNTT&amp;TT MẠNH CỦA CẢ NƯỚC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0484C5-3633-4B3A-9770-F7CA95B62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Giới thiệu Đại học Cần Thơ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C685A4-602F-4C69-B3DA-0CD9AC75C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C842C-49E4-4EB8-B253-A5D4B46B68E2}" type="slidenum">
              <a:rPr lang="vi-VN" sz="18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vi-V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17420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3DB50-3115-4C80-8BAE-88E0294FA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ĐHCT GIAI ĐOẠN SAU NĂM 1975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F59B45-B1A8-4ADD-B7E6-06694D7FB8E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47500" lnSpcReduction="20000"/>
          </a:bodyPr>
          <a:lstStyle/>
          <a:p>
            <a:r>
              <a:rPr lang="vi-VN" sz="6700" b="1" dirty="0">
                <a:solidFill>
                  <a:srgbClr val="0070C0"/>
                </a:solidFill>
              </a:rPr>
              <a:t>KHOA CNTT &amp; TT</a:t>
            </a:r>
          </a:p>
          <a:p>
            <a:pPr lvl="1"/>
            <a:r>
              <a:rPr lang="vi-VN" sz="5900" dirty="0"/>
              <a:t>CÁC BỘ MÔN VÀ TRUNG TÂM</a:t>
            </a:r>
          </a:p>
          <a:p>
            <a:pPr lvl="2"/>
            <a:r>
              <a:rPr lang="vi-VN" sz="5100" dirty="0"/>
              <a:t>Bộ môn hệ thống thông tin</a:t>
            </a:r>
          </a:p>
          <a:p>
            <a:pPr lvl="2"/>
            <a:r>
              <a:rPr lang="vi-VN" sz="5100" dirty="0">
                <a:latin typeface="Google Sans Flex"/>
              </a:rPr>
              <a:t>BỘ MÔN MẠNG MÁY TÍNH &amp; TRUYỀN THÔNG</a:t>
            </a:r>
          </a:p>
          <a:p>
            <a:pPr lvl="2"/>
            <a:r>
              <a:rPr lang="vi-VN" sz="5100" dirty="0"/>
              <a:t>BỘ MÔN CÔNG NGHỆ PHẦN MỀM</a:t>
            </a:r>
          </a:p>
          <a:p>
            <a:pPr lvl="2"/>
            <a:r>
              <a:rPr lang="vi-VN" sz="5100" dirty="0"/>
              <a:t>BỘ MÔN KHOA HỌC MÁY TÍNH</a:t>
            </a:r>
            <a:endParaRPr lang="vi-VN" sz="5100" dirty="0">
              <a:latin typeface="Google Sans Flex"/>
            </a:endParaRPr>
          </a:p>
          <a:p>
            <a:pPr marL="0" indent="0">
              <a:buNone/>
            </a:pPr>
            <a:br>
              <a:rPr lang="vi-VN" dirty="0"/>
            </a:br>
            <a:endParaRPr lang="vi-V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050AED-28F1-4C34-A89C-55D4E4FCF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Giới thiệu Đại học Cần Thơ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1A5686-DAB1-460A-8370-B1670BC7C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5883276"/>
            <a:ext cx="764215" cy="356208"/>
          </a:xfrm>
        </p:spPr>
        <p:txBody>
          <a:bodyPr/>
          <a:lstStyle/>
          <a:p>
            <a:fld id="{519C842C-49E4-4EB8-B253-A5D4B46B68E2}" type="slidenum">
              <a:rPr lang="vi-VN" sz="18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vi-V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46029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5844D-05D1-43B3-ABD9-4D733A585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 dirty="0"/>
              <a:t>ĐHCT GIAI ĐOẠN SAU NĂM 1975</a:t>
            </a:r>
            <a:br>
              <a:rPr lang="vi-VN" b="1" dirty="0"/>
            </a:br>
            <a:endParaRPr lang="vi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F8BDA0-153C-47D9-9720-C9607A40EF1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vi-VN" b="1" dirty="0">
                <a:solidFill>
                  <a:srgbClr val="0070C0"/>
                </a:solidFill>
              </a:rPr>
              <a:t>KHOA CNTT &amp; TT</a:t>
            </a:r>
          </a:p>
          <a:p>
            <a:pPr lvl="1"/>
            <a:r>
              <a:rPr lang="vi-VN" dirty="0"/>
              <a:t>CÁC BỘ MÔN VÀ TRUNG TÂM</a:t>
            </a:r>
          </a:p>
          <a:p>
            <a:pPr lvl="2"/>
            <a:r>
              <a:rPr lang="vi-VN" dirty="0"/>
              <a:t>BỘ MÔN CÔNG NGHỆ THÔNG TIN</a:t>
            </a:r>
          </a:p>
          <a:p>
            <a:pPr lvl="2"/>
            <a:r>
              <a:rPr lang="vi-VN" dirty="0"/>
              <a:t>BỘ MÔN TIN HỌC ỨNG DỤNG</a:t>
            </a:r>
          </a:p>
          <a:p>
            <a:pPr lvl="2"/>
            <a:r>
              <a:rPr lang="vi-VN" dirty="0"/>
              <a:t>TỔ VĂN PHÒNG</a:t>
            </a:r>
          </a:p>
          <a:p>
            <a:pPr lvl="2"/>
            <a:r>
              <a:rPr lang="vi-VN" dirty="0"/>
              <a:t>TRUNG TÂM ĐIỆN TỬ &amp; TIN HỌC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C64303-BA91-421F-9995-FBF3B269E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Giới thiệu Đại học Cần Thơ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9502D7-368B-46B8-AC57-D31E6B1D2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C842C-49E4-4EB8-B253-A5D4B46B68E2}" type="slidenum">
              <a:rPr lang="vi-VN" sz="18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fld>
            <a:endParaRPr lang="vi-V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26637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1BBD2-2AD4-457E-90EC-31B181519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2630911"/>
            <a:ext cx="10364451" cy="1596177"/>
          </a:xfrm>
        </p:spPr>
        <p:txBody>
          <a:bodyPr/>
          <a:lstStyle/>
          <a:p>
            <a:r>
              <a:rPr lang="vi-VN" dirty="0"/>
              <a:t>Cám ơn sự chú ý của quý vị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11B236-ECBB-4AFC-9D91-9B4A1C615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Giới thiệu Đại học Cần Thơ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B6610F-BA43-4DF3-9D5E-2CC051F48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C842C-49E4-4EB8-B253-A5D4B46B68E2}" type="slidenum">
              <a:rPr lang="vi-VN" sz="1800" smtClean="0">
                <a:latin typeface="+mj-lt"/>
              </a:rPr>
              <a:t>14</a:t>
            </a:fld>
            <a:endParaRPr lang="vi-VN" sz="1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36343531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124</TotalTime>
  <Words>637</Words>
  <Application>Microsoft Office PowerPoint</Application>
  <PresentationFormat>Widescreen</PresentationFormat>
  <Paragraphs>106</Paragraphs>
  <Slides>14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  <vt:variant>
        <vt:lpstr>Custom Shows</vt:lpstr>
      </vt:variant>
      <vt:variant>
        <vt:i4>2</vt:i4>
      </vt:variant>
    </vt:vector>
  </HeadingPairs>
  <TitlesOfParts>
    <vt:vector size="24" baseType="lpstr">
      <vt:lpstr>Google Sans Flex</vt:lpstr>
      <vt:lpstr>Inter</vt:lpstr>
      <vt:lpstr>Arial</vt:lpstr>
      <vt:lpstr>Calibri</vt:lpstr>
      <vt:lpstr>Times New Roman</vt:lpstr>
      <vt:lpstr>Tw Cen MT</vt:lpstr>
      <vt:lpstr>Wingdings</vt:lpstr>
      <vt:lpstr>Droplet</vt:lpstr>
      <vt:lpstr>ĐẠI HỌC CẦN THƠ - QUÁ TRÌNH HÌNH THÀNH VÀ  PHÁT TRIỂN</vt:lpstr>
      <vt:lpstr> NỘI DUNG</vt:lpstr>
      <vt:lpstr>THỜI KỲ VIỆN ĐẠI HỌC CẦN THƠ (1966 - 1975)</vt:lpstr>
      <vt:lpstr>THỜI KỲ VIỆN ĐẠI HỌC CẦN THƠ (1966 - 1975)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 </vt:lpstr>
      <vt:lpstr>Cám ơn sự chú ý của quý vị</vt:lpstr>
      <vt:lpstr>KHTN</vt:lpstr>
      <vt:lpstr>CNTT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NGOC DIEP NGUYEN</dc:creator>
  <cp:lastModifiedBy>NGOC DIEP NGUYEN</cp:lastModifiedBy>
  <cp:revision>10</cp:revision>
  <dcterms:created xsi:type="dcterms:W3CDTF">2026-02-05T05:00:56Z</dcterms:created>
  <dcterms:modified xsi:type="dcterms:W3CDTF">2026-02-05T13:31:53Z</dcterms:modified>
</cp:coreProperties>
</file>