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3" r:id="rId3"/>
    <p:sldId id="265" r:id="rId4"/>
    <p:sldId id="266" r:id="rId5"/>
    <p:sldId id="264" r:id="rId6"/>
    <p:sldId id="262" r:id="rId7"/>
    <p:sldId id="267" r:id="rId8"/>
    <p:sldId id="268" r:id="rId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a:srgbClr val="9A7200"/>
    <a:srgbClr val="CC9900"/>
    <a:srgbClr val="000099"/>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85" autoAdjust="0"/>
    <p:restoredTop sz="94660"/>
  </p:normalViewPr>
  <p:slideViewPr>
    <p:cSldViewPr>
      <p:cViewPr varScale="1">
        <p:scale>
          <a:sx n="99" d="100"/>
          <a:sy n="99" d="100"/>
        </p:scale>
        <p:origin x="768"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OC DIEP NGUYEN" userId="78264a4894d1175d" providerId="LiveId" clId="{57FA9CFA-CEE2-4F98-B7AD-640DBDA6F1E9}"/>
    <pc:docChg chg="modSld">
      <pc:chgData name="NGOC DIEP NGUYEN" userId="78264a4894d1175d" providerId="LiveId" clId="{57FA9CFA-CEE2-4F98-B7AD-640DBDA6F1E9}" dt="2026-02-05T13:35:06.568" v="0" actId="478"/>
      <pc:docMkLst>
        <pc:docMk/>
      </pc:docMkLst>
      <pc:sldChg chg="delSp">
        <pc:chgData name="NGOC DIEP NGUYEN" userId="78264a4894d1175d" providerId="LiveId" clId="{57FA9CFA-CEE2-4F98-B7AD-640DBDA6F1E9}" dt="2026-02-05T13:35:06.568" v="0" actId="478"/>
        <pc:sldMkLst>
          <pc:docMk/>
          <pc:sldMk cId="0" sldId="256"/>
        </pc:sldMkLst>
        <pc:spChg chg="del">
          <ac:chgData name="NGOC DIEP NGUYEN" userId="78264a4894d1175d" providerId="LiveId" clId="{57FA9CFA-CEE2-4F98-B7AD-640DBDA6F1E9}" dt="2026-02-05T13:35:06.568" v="0" actId="478"/>
          <ac:spMkLst>
            <pc:docMk/>
            <pc:sldMk cId="0" sldId="256"/>
            <ac:spMk id="2053" creationId="{3D1CE68C-65F7-4C8C-AB01-78D31225A9F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BD4B74-A23C-433C-8E0B-2B00227CD1B2}" type="datetimeFigureOut">
              <a:rPr lang="vi-VN" smtClean="0"/>
              <a:t>05/02/2026</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23533D-6964-4E5A-AF37-3A7126BB2DFD}" type="slidenum">
              <a:rPr lang="vi-VN" smtClean="0"/>
              <a:t>‹#›</a:t>
            </a:fld>
            <a:endParaRPr lang="vi-VN"/>
          </a:p>
        </p:txBody>
      </p:sp>
    </p:spTree>
    <p:extLst>
      <p:ext uri="{BB962C8B-B14F-4D97-AF65-F5344CB8AC3E}">
        <p14:creationId xmlns:p14="http://schemas.microsoft.com/office/powerpoint/2010/main" val="1445617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DC23533D-6964-4E5A-AF37-3A7126BB2DFD}" type="slidenum">
              <a:rPr lang="vi-VN" smtClean="0"/>
              <a:t>1</a:t>
            </a:fld>
            <a:endParaRPr lang="vi-VN"/>
          </a:p>
        </p:txBody>
      </p:sp>
    </p:spTree>
    <p:extLst>
      <p:ext uri="{BB962C8B-B14F-4D97-AF65-F5344CB8AC3E}">
        <p14:creationId xmlns:p14="http://schemas.microsoft.com/office/powerpoint/2010/main" val="557771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2716CEC-4EB7-4AF5-B8B4-13A4AA74F184}"/>
              </a:ext>
            </a:extLst>
          </p:cNvPr>
          <p:cNvSpPr>
            <a:spLocks noGrp="1" noChangeArrowheads="1"/>
          </p:cNvSpPr>
          <p:nvPr>
            <p:ph type="ctrTitle"/>
          </p:nvPr>
        </p:nvSpPr>
        <p:spPr>
          <a:xfrm>
            <a:off x="719138" y="2130425"/>
            <a:ext cx="7772400" cy="1470025"/>
          </a:xfrm>
        </p:spPr>
        <p:txBody>
          <a:bodyPr/>
          <a:lstStyle>
            <a:lvl1pPr algn="ctr">
              <a:defRPr sz="5000">
                <a:solidFill>
                  <a:srgbClr val="996633"/>
                </a:solidFill>
                <a:latin typeface="Times New Roman."/>
              </a:defRPr>
            </a:lvl1pPr>
          </a:lstStyle>
          <a:p>
            <a:pPr lvl="0"/>
            <a:r>
              <a:rPr lang="en-US" altLang="en-US" noProof="0" dirty="0"/>
              <a:t>Click to edit Master title style</a:t>
            </a:r>
          </a:p>
        </p:txBody>
      </p:sp>
      <p:sp>
        <p:nvSpPr>
          <p:cNvPr id="16387" name="Rectangle 3">
            <a:extLst>
              <a:ext uri="{FF2B5EF4-FFF2-40B4-BE49-F238E27FC236}">
                <a16:creationId xmlns:a16="http://schemas.microsoft.com/office/drawing/2014/main" id="{7A8B1175-CAAE-4DE1-9BCE-EE12E1548589}"/>
              </a:ext>
            </a:extLst>
          </p:cNvPr>
          <p:cNvSpPr>
            <a:spLocks noGrp="1" noChangeArrowheads="1"/>
          </p:cNvSpPr>
          <p:nvPr>
            <p:ph type="subTitle" idx="1"/>
          </p:nvPr>
        </p:nvSpPr>
        <p:spPr>
          <a:xfrm>
            <a:off x="1371600" y="3886200"/>
            <a:ext cx="6400800" cy="1752600"/>
          </a:xfrm>
        </p:spPr>
        <p:txBody>
          <a:bodyPr/>
          <a:lstStyle>
            <a:lvl1pPr marL="0" indent="0" algn="ctr">
              <a:buFontTx/>
              <a:buNone/>
              <a:defRPr sz="3200" b="1" i="1">
                <a:solidFill>
                  <a:schemeClr val="tx1"/>
                </a:solidFill>
                <a:latin typeface="Times New Roman."/>
              </a:defRPr>
            </a:lvl1pPr>
          </a:lstStyle>
          <a:p>
            <a:pPr lvl="0"/>
            <a:r>
              <a:rPr lang="en-US" altLang="en-US" noProof="0" dirty="0"/>
              <a:t>Click to edit Master subtitle style</a:t>
            </a:r>
          </a:p>
        </p:txBody>
      </p:sp>
      <p:sp>
        <p:nvSpPr>
          <p:cNvPr id="16388" name="Rectangle 4">
            <a:extLst>
              <a:ext uri="{FF2B5EF4-FFF2-40B4-BE49-F238E27FC236}">
                <a16:creationId xmlns:a16="http://schemas.microsoft.com/office/drawing/2014/main" id="{4EFCFD27-3C59-440E-9355-8E61DE9E9F61}"/>
              </a:ext>
            </a:extLst>
          </p:cNvPr>
          <p:cNvSpPr>
            <a:spLocks noGrp="1" noChangeArrowheads="1"/>
          </p:cNvSpPr>
          <p:nvPr>
            <p:ph type="dt" sz="half" idx="2"/>
          </p:nvPr>
        </p:nvSpPr>
        <p:spPr>
          <a:xfrm>
            <a:off x="609600" y="6245225"/>
            <a:ext cx="1981200" cy="476250"/>
          </a:xfrm>
        </p:spPr>
        <p:txBody>
          <a:bodyPr/>
          <a:lstStyle>
            <a:lvl1pPr>
              <a:defRPr/>
            </a:lvl1pPr>
          </a:lstStyle>
          <a:p>
            <a:endParaRPr lang="en-US" altLang="en-US"/>
          </a:p>
        </p:txBody>
      </p:sp>
      <p:sp>
        <p:nvSpPr>
          <p:cNvPr id="16389" name="Rectangle 5">
            <a:extLst>
              <a:ext uri="{FF2B5EF4-FFF2-40B4-BE49-F238E27FC236}">
                <a16:creationId xmlns:a16="http://schemas.microsoft.com/office/drawing/2014/main" id="{18A37AE1-76EA-4F7C-89AE-6531C0C56B99}"/>
              </a:ext>
            </a:extLst>
          </p:cNvPr>
          <p:cNvSpPr>
            <a:spLocks noGrp="1" noChangeArrowheads="1"/>
          </p:cNvSpPr>
          <p:nvPr>
            <p:ph type="ftr" sz="quarter" idx="3"/>
          </p:nvPr>
        </p:nvSpPr>
        <p:spPr>
          <a:xfrm>
            <a:off x="3124200" y="6245225"/>
            <a:ext cx="2895600" cy="476250"/>
          </a:xfrm>
        </p:spPr>
        <p:txBody>
          <a:bodyPr/>
          <a:lstStyle>
            <a:lvl1pPr>
              <a:defRPr/>
            </a:lvl1pPr>
          </a:lstStyle>
          <a:p>
            <a:endParaRPr lang="en-US" altLang="en-US"/>
          </a:p>
        </p:txBody>
      </p:sp>
      <p:sp>
        <p:nvSpPr>
          <p:cNvPr id="16390" name="Rectangle 6">
            <a:extLst>
              <a:ext uri="{FF2B5EF4-FFF2-40B4-BE49-F238E27FC236}">
                <a16:creationId xmlns:a16="http://schemas.microsoft.com/office/drawing/2014/main" id="{E348B9C2-253F-43BD-BBE7-0B49698116D7}"/>
              </a:ext>
            </a:extLst>
          </p:cNvPr>
          <p:cNvSpPr>
            <a:spLocks noGrp="1" noChangeArrowheads="1"/>
          </p:cNvSpPr>
          <p:nvPr>
            <p:ph type="sldNum" sz="quarter" idx="4"/>
          </p:nvPr>
        </p:nvSpPr>
        <p:spPr>
          <a:xfrm>
            <a:off x="6716713" y="6230938"/>
            <a:ext cx="2133600" cy="549275"/>
          </a:xfrm>
        </p:spPr>
        <p:txBody>
          <a:bodyPr/>
          <a:lstStyle>
            <a:lvl1pPr>
              <a:defRPr/>
            </a:lvl1pPr>
          </a:lstStyle>
          <a:p>
            <a:fld id="{A15EAB53-327E-4220-A7C8-79A6407182B7}"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FED8-62E4-44F9-8635-073E7D21D9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4BF88E-6176-40DB-A4F0-5F9D10D14F4A}"/>
              </a:ext>
            </a:extLst>
          </p:cNvPr>
          <p:cNvSpPr>
            <a:spLocks noGrp="1"/>
          </p:cNvSpPr>
          <p:nvPr>
            <p:ph idx="1"/>
          </p:nvPr>
        </p:nvSpPr>
        <p:spPr>
          <a:xfrm>
            <a:off x="609600" y="1587501"/>
            <a:ext cx="8229600" cy="4691062"/>
          </a:xfrm>
        </p:spPr>
        <p:txBody>
          <a:bodyPr/>
          <a:lstStyle>
            <a:lvl1pPr>
              <a:defRPr sz="3200">
                <a:solidFill>
                  <a:schemeClr val="tx1"/>
                </a:solidFill>
                <a:latin typeface="Times New Roman."/>
              </a:defRPr>
            </a:lvl1pPr>
            <a:lvl2pPr>
              <a:defRPr sz="2800">
                <a:solidFill>
                  <a:schemeClr val="tx1"/>
                </a:solidFill>
                <a:latin typeface="Times New Roman."/>
              </a:defRPr>
            </a:lvl2pPr>
            <a:lvl3pPr marL="1143000" indent="-228600">
              <a:buFontTx/>
              <a:buChar char="+"/>
              <a:defRPr sz="2400">
                <a:solidFill>
                  <a:schemeClr val="tx1"/>
                </a:solidFill>
                <a:latin typeface="Times New Roman."/>
              </a:defRPr>
            </a:lvl3pPr>
            <a:lvl4pPr marL="1600200" indent="-228600">
              <a:buFont typeface="Arial" panose="020B0604020202020204" pitchFamily="34" charset="0"/>
              <a:buChar char="•"/>
              <a:defRPr>
                <a:latin typeface="Times New Roman."/>
              </a:defRPr>
            </a:lvl4pPr>
            <a:lvl5pPr marL="2057400" indent="-228600">
              <a:buFont typeface="Wingdings" panose="05000000000000000000" pitchFamily="2" charset="2"/>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7CD7C81-1B47-4037-B98B-75A1F4012D7D}"/>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615C4BD4-42E2-497A-AD54-B10928A49073}"/>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C2C080A8-4B04-4A76-AD9D-D3373B2CDFD7}"/>
              </a:ext>
            </a:extLst>
          </p:cNvPr>
          <p:cNvSpPr>
            <a:spLocks noGrp="1"/>
          </p:cNvSpPr>
          <p:nvPr>
            <p:ph type="sldNum" sz="quarter" idx="12"/>
          </p:nvPr>
        </p:nvSpPr>
        <p:spPr/>
        <p:txBody>
          <a:bodyPr/>
          <a:lstStyle>
            <a:lvl1pPr>
              <a:defRPr/>
            </a:lvl1pPr>
          </a:lstStyle>
          <a:p>
            <a:fld id="{0F4F63AB-74FF-4D4D-9C96-7E67E70BF8FF}" type="slidenum">
              <a:rPr lang="en-US" altLang="en-US"/>
              <a:pPr/>
              <a:t>‹#›</a:t>
            </a:fld>
            <a:endParaRPr lang="en-US" altLang="en-US"/>
          </a:p>
        </p:txBody>
      </p:sp>
    </p:spTree>
    <p:extLst>
      <p:ext uri="{BB962C8B-B14F-4D97-AF65-F5344CB8AC3E}">
        <p14:creationId xmlns:p14="http://schemas.microsoft.com/office/powerpoint/2010/main" val="2920515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E863-2F38-493E-AC5F-35F839ABEA4D}"/>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71EE57-4E33-4768-BDE6-1E42E78CC47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Date Placeholder 3">
            <a:extLst>
              <a:ext uri="{FF2B5EF4-FFF2-40B4-BE49-F238E27FC236}">
                <a16:creationId xmlns:a16="http://schemas.microsoft.com/office/drawing/2014/main" id="{71F47056-25E1-4B67-85BD-73087B72E971}"/>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94B0AFD-04FE-4D58-8BBC-B3312F4708EF}"/>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8640AEAA-EABC-4389-89FD-1194EAE5C62C}"/>
              </a:ext>
            </a:extLst>
          </p:cNvPr>
          <p:cNvSpPr>
            <a:spLocks noGrp="1"/>
          </p:cNvSpPr>
          <p:nvPr>
            <p:ph type="sldNum" sz="quarter" idx="12"/>
          </p:nvPr>
        </p:nvSpPr>
        <p:spPr/>
        <p:txBody>
          <a:bodyPr/>
          <a:lstStyle>
            <a:lvl1pPr>
              <a:defRPr/>
            </a:lvl1pPr>
          </a:lstStyle>
          <a:p>
            <a:fld id="{0FF88ED3-DC84-4DB0-B233-29AE8689A18E}" type="slidenum">
              <a:rPr lang="en-US" altLang="en-US"/>
              <a:pPr/>
              <a:t>‹#›</a:t>
            </a:fld>
            <a:endParaRPr lang="en-US" altLang="en-US"/>
          </a:p>
        </p:txBody>
      </p:sp>
    </p:spTree>
    <p:extLst>
      <p:ext uri="{BB962C8B-B14F-4D97-AF65-F5344CB8AC3E}">
        <p14:creationId xmlns:p14="http://schemas.microsoft.com/office/powerpoint/2010/main" val="375107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E3C47-6B83-4D40-8FFA-423CDED83F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5CE053-7F00-4D26-A49E-468074BDA09E}"/>
              </a:ext>
            </a:extLst>
          </p:cNvPr>
          <p:cNvSpPr>
            <a:spLocks noGrp="1"/>
          </p:cNvSpPr>
          <p:nvPr>
            <p:ph sz="half" idx="1"/>
          </p:nvPr>
        </p:nvSpPr>
        <p:spPr>
          <a:xfrm>
            <a:off x="609600" y="1633538"/>
            <a:ext cx="4038600" cy="4691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7BA0AC-734F-47AA-97FD-4DA7FEF918C4}"/>
              </a:ext>
            </a:extLst>
          </p:cNvPr>
          <p:cNvSpPr>
            <a:spLocks noGrp="1"/>
          </p:cNvSpPr>
          <p:nvPr>
            <p:ph sz="half" idx="2"/>
          </p:nvPr>
        </p:nvSpPr>
        <p:spPr>
          <a:xfrm>
            <a:off x="4800600" y="1633538"/>
            <a:ext cx="4038600" cy="4691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211179-6CFA-425B-9D7F-2BE02065447E}"/>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AA6E626E-637B-499E-9E2C-ACC64C09C73D}"/>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8177475E-6A5C-42A5-8A22-584439427149}"/>
              </a:ext>
            </a:extLst>
          </p:cNvPr>
          <p:cNvSpPr>
            <a:spLocks noGrp="1"/>
          </p:cNvSpPr>
          <p:nvPr>
            <p:ph type="sldNum" sz="quarter" idx="12"/>
          </p:nvPr>
        </p:nvSpPr>
        <p:spPr/>
        <p:txBody>
          <a:bodyPr/>
          <a:lstStyle>
            <a:lvl1pPr>
              <a:defRPr/>
            </a:lvl1pPr>
          </a:lstStyle>
          <a:p>
            <a:fld id="{3D79D017-4D2B-4917-98EC-EFDC1350D1A8}" type="slidenum">
              <a:rPr lang="en-US" altLang="en-US"/>
              <a:pPr/>
              <a:t>‹#›</a:t>
            </a:fld>
            <a:endParaRPr lang="en-US" altLang="en-US"/>
          </a:p>
        </p:txBody>
      </p:sp>
    </p:spTree>
    <p:extLst>
      <p:ext uri="{BB962C8B-B14F-4D97-AF65-F5344CB8AC3E}">
        <p14:creationId xmlns:p14="http://schemas.microsoft.com/office/powerpoint/2010/main" val="1373398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1F325-80E3-4F90-BD69-5037DB90DF26}"/>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DC193B-2F0E-4826-9109-B6307A9C06F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4A24B64-B380-470F-9CDE-73C0D43F6775}"/>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90F4E0-0F61-4F55-8A7A-765984DF786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895C38B-8A04-4272-A3E6-393D95555544}"/>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6373DA-5867-4829-AD43-C6FCC79A803E}"/>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021764FC-FDFA-416E-997C-F691587D4AF2}"/>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27E741E6-72FD-4F69-97E8-CAC734DCE79A}"/>
              </a:ext>
            </a:extLst>
          </p:cNvPr>
          <p:cNvSpPr>
            <a:spLocks noGrp="1"/>
          </p:cNvSpPr>
          <p:nvPr>
            <p:ph type="sldNum" sz="quarter" idx="12"/>
          </p:nvPr>
        </p:nvSpPr>
        <p:spPr/>
        <p:txBody>
          <a:bodyPr/>
          <a:lstStyle>
            <a:lvl1pPr>
              <a:defRPr/>
            </a:lvl1pPr>
          </a:lstStyle>
          <a:p>
            <a:fld id="{D3F7F60C-663B-45B5-8BAA-0CD5F56CC8F6}" type="slidenum">
              <a:rPr lang="en-US" altLang="en-US"/>
              <a:pPr/>
              <a:t>‹#›</a:t>
            </a:fld>
            <a:endParaRPr lang="en-US" altLang="en-US"/>
          </a:p>
        </p:txBody>
      </p:sp>
    </p:spTree>
    <p:extLst>
      <p:ext uri="{BB962C8B-B14F-4D97-AF65-F5344CB8AC3E}">
        <p14:creationId xmlns:p14="http://schemas.microsoft.com/office/powerpoint/2010/main" val="2262112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2B71A-EE87-467A-AD67-4ECCFB0E52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EB2EF-2DBC-41CB-8232-B6E49BCBA6FA}"/>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EA583847-6C7C-4715-98B9-D40636DA2722}"/>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5F0D5148-3F8F-464B-A3E1-5F680B454153}"/>
              </a:ext>
            </a:extLst>
          </p:cNvPr>
          <p:cNvSpPr>
            <a:spLocks noGrp="1"/>
          </p:cNvSpPr>
          <p:nvPr>
            <p:ph type="sldNum" sz="quarter" idx="12"/>
          </p:nvPr>
        </p:nvSpPr>
        <p:spPr/>
        <p:txBody>
          <a:bodyPr/>
          <a:lstStyle>
            <a:lvl1pPr>
              <a:defRPr/>
            </a:lvl1pPr>
          </a:lstStyle>
          <a:p>
            <a:fld id="{C49BD403-5F74-427A-8423-78614D45D9C1}" type="slidenum">
              <a:rPr lang="en-US" altLang="en-US"/>
              <a:pPr/>
              <a:t>‹#›</a:t>
            </a:fld>
            <a:endParaRPr lang="en-US" altLang="en-US"/>
          </a:p>
        </p:txBody>
      </p:sp>
    </p:spTree>
    <p:extLst>
      <p:ext uri="{BB962C8B-B14F-4D97-AF65-F5344CB8AC3E}">
        <p14:creationId xmlns:p14="http://schemas.microsoft.com/office/powerpoint/2010/main" val="129020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0D4DB3-3677-453C-AD63-255313C4E429}"/>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991E578C-2E20-4473-943A-093C5C3141E8}"/>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FA3681F5-37CC-4FFE-98C1-BDE69E1382C8}"/>
              </a:ext>
            </a:extLst>
          </p:cNvPr>
          <p:cNvSpPr>
            <a:spLocks noGrp="1"/>
          </p:cNvSpPr>
          <p:nvPr>
            <p:ph type="sldNum" sz="quarter" idx="12"/>
          </p:nvPr>
        </p:nvSpPr>
        <p:spPr/>
        <p:txBody>
          <a:bodyPr/>
          <a:lstStyle>
            <a:lvl1pPr>
              <a:defRPr/>
            </a:lvl1pPr>
          </a:lstStyle>
          <a:p>
            <a:fld id="{A8445B6F-8FF7-4085-BE97-4B03885D15AA}" type="slidenum">
              <a:rPr lang="en-US" altLang="en-US"/>
              <a:pPr/>
              <a:t>‹#›</a:t>
            </a:fld>
            <a:endParaRPr lang="en-US" altLang="en-US"/>
          </a:p>
        </p:txBody>
      </p:sp>
    </p:spTree>
    <p:extLst>
      <p:ext uri="{BB962C8B-B14F-4D97-AF65-F5344CB8AC3E}">
        <p14:creationId xmlns:p14="http://schemas.microsoft.com/office/powerpoint/2010/main" val="3035274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10611-3704-4861-BD88-F503F43FAF86}"/>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DB25AB-F178-4E56-A78A-D3E5D8B2D9E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8C3404-B5CD-41A1-BD0C-CEB1CDB8733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8903B3B-2157-4986-A6D1-D21E38C81562}"/>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9A6720C0-253D-4EFB-8A0E-096A4FC7527B}"/>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B78D71A-2EC3-4B1C-AE98-CEF4BA88B48C}"/>
              </a:ext>
            </a:extLst>
          </p:cNvPr>
          <p:cNvSpPr>
            <a:spLocks noGrp="1"/>
          </p:cNvSpPr>
          <p:nvPr>
            <p:ph type="sldNum" sz="quarter" idx="12"/>
          </p:nvPr>
        </p:nvSpPr>
        <p:spPr/>
        <p:txBody>
          <a:bodyPr/>
          <a:lstStyle>
            <a:lvl1pPr>
              <a:defRPr/>
            </a:lvl1pPr>
          </a:lstStyle>
          <a:p>
            <a:fld id="{75A644C7-8C57-4BC2-BD31-5EE7CB8540FD}" type="slidenum">
              <a:rPr lang="en-US" altLang="en-US"/>
              <a:pPr/>
              <a:t>‹#›</a:t>
            </a:fld>
            <a:endParaRPr lang="en-US" altLang="en-US"/>
          </a:p>
        </p:txBody>
      </p:sp>
    </p:spTree>
    <p:extLst>
      <p:ext uri="{BB962C8B-B14F-4D97-AF65-F5344CB8AC3E}">
        <p14:creationId xmlns:p14="http://schemas.microsoft.com/office/powerpoint/2010/main" val="2324875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4A99F-9EE0-4942-BCEE-A1E732C0F4E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A78B66-2785-4358-A99C-30D13EE9AD3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38E7B7-693B-436C-ACFB-D578D6C8538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D59676D-A17F-46ED-B322-996E92CC669D}"/>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6398B656-A461-4B3F-8ECD-A1C58EEC5D5D}"/>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F705B36D-F955-462B-899C-F46A6F9E5B53}"/>
              </a:ext>
            </a:extLst>
          </p:cNvPr>
          <p:cNvSpPr>
            <a:spLocks noGrp="1"/>
          </p:cNvSpPr>
          <p:nvPr>
            <p:ph type="sldNum" sz="quarter" idx="12"/>
          </p:nvPr>
        </p:nvSpPr>
        <p:spPr/>
        <p:txBody>
          <a:bodyPr/>
          <a:lstStyle>
            <a:lvl1pPr>
              <a:defRPr/>
            </a:lvl1pPr>
          </a:lstStyle>
          <a:p>
            <a:fld id="{2B64E658-6E24-430E-B2BE-9BADE501346F}" type="slidenum">
              <a:rPr lang="en-US" altLang="en-US"/>
              <a:pPr/>
              <a:t>‹#›</a:t>
            </a:fld>
            <a:endParaRPr lang="en-US" altLang="en-US"/>
          </a:p>
        </p:txBody>
      </p:sp>
    </p:spTree>
    <p:extLst>
      <p:ext uri="{BB962C8B-B14F-4D97-AF65-F5344CB8AC3E}">
        <p14:creationId xmlns:p14="http://schemas.microsoft.com/office/powerpoint/2010/main" val="1459652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22BBF-5276-4192-BA57-B0752687F9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8C078B-EB7B-44AD-A4C2-B8DC31D9B6F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07DE7E-9122-41D3-A66E-3CDCBCE9C20E}"/>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6AF65EA4-62DF-493C-B19B-64550981D578}"/>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64301BB-D36E-4AE2-BE8A-E50EB27CA2B1}"/>
              </a:ext>
            </a:extLst>
          </p:cNvPr>
          <p:cNvSpPr>
            <a:spLocks noGrp="1"/>
          </p:cNvSpPr>
          <p:nvPr>
            <p:ph type="sldNum" sz="quarter" idx="12"/>
          </p:nvPr>
        </p:nvSpPr>
        <p:spPr/>
        <p:txBody>
          <a:bodyPr/>
          <a:lstStyle>
            <a:lvl1pPr>
              <a:defRPr/>
            </a:lvl1pPr>
          </a:lstStyle>
          <a:p>
            <a:fld id="{8B4A5476-CA43-47FE-BA67-73FA2851AFC8}" type="slidenum">
              <a:rPr lang="en-US" altLang="en-US"/>
              <a:pPr/>
              <a:t>‹#›</a:t>
            </a:fld>
            <a:endParaRPr lang="en-US" altLang="en-US"/>
          </a:p>
        </p:txBody>
      </p:sp>
    </p:spTree>
    <p:extLst>
      <p:ext uri="{BB962C8B-B14F-4D97-AF65-F5344CB8AC3E}">
        <p14:creationId xmlns:p14="http://schemas.microsoft.com/office/powerpoint/2010/main" val="520917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5C4325-1A15-4599-B036-9FA60518A530}"/>
              </a:ext>
            </a:extLst>
          </p:cNvPr>
          <p:cNvSpPr>
            <a:spLocks noGrp="1"/>
          </p:cNvSpPr>
          <p:nvPr>
            <p:ph type="title" orient="vert"/>
          </p:nvPr>
        </p:nvSpPr>
        <p:spPr>
          <a:xfrm>
            <a:off x="6781800" y="282575"/>
            <a:ext cx="2057400" cy="60420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92199C-8BFD-4358-9055-518928EAE0B9}"/>
              </a:ext>
            </a:extLst>
          </p:cNvPr>
          <p:cNvSpPr>
            <a:spLocks noGrp="1"/>
          </p:cNvSpPr>
          <p:nvPr>
            <p:ph type="body" orient="vert" idx="1"/>
          </p:nvPr>
        </p:nvSpPr>
        <p:spPr>
          <a:xfrm>
            <a:off x="609600" y="282575"/>
            <a:ext cx="6019800" cy="60420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64E68E-040F-4912-9B7B-725CFB7D6315}"/>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D139E95-5F5B-4E87-9B2F-A9A70957AB00}"/>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C4FE7F3-EC17-415F-863D-DF17690ED1C0}"/>
              </a:ext>
            </a:extLst>
          </p:cNvPr>
          <p:cNvSpPr>
            <a:spLocks noGrp="1"/>
          </p:cNvSpPr>
          <p:nvPr>
            <p:ph type="sldNum" sz="quarter" idx="12"/>
          </p:nvPr>
        </p:nvSpPr>
        <p:spPr/>
        <p:txBody>
          <a:bodyPr/>
          <a:lstStyle>
            <a:lvl1pPr>
              <a:defRPr/>
            </a:lvl1pPr>
          </a:lstStyle>
          <a:p>
            <a:fld id="{74DC5CE5-D93D-42E1-A365-D1BB034BB8AD}" type="slidenum">
              <a:rPr lang="en-US" altLang="en-US"/>
              <a:pPr/>
              <a:t>‹#›</a:t>
            </a:fld>
            <a:endParaRPr lang="en-US" altLang="en-US"/>
          </a:p>
        </p:txBody>
      </p:sp>
    </p:spTree>
    <p:extLst>
      <p:ext uri="{BB962C8B-B14F-4D97-AF65-F5344CB8AC3E}">
        <p14:creationId xmlns:p14="http://schemas.microsoft.com/office/powerpoint/2010/main" val="43784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1405D41-0CC5-41DF-A29F-0509945FC107}"/>
              </a:ext>
            </a:extLst>
          </p:cNvPr>
          <p:cNvSpPr>
            <a:spLocks noGrp="1" noChangeArrowheads="1"/>
          </p:cNvSpPr>
          <p:nvPr>
            <p:ph type="title"/>
          </p:nvPr>
        </p:nvSpPr>
        <p:spPr bwMode="auto">
          <a:xfrm>
            <a:off x="1752600" y="282575"/>
            <a:ext cx="7086600" cy="94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Rectangle 3">
            <a:extLst>
              <a:ext uri="{FF2B5EF4-FFF2-40B4-BE49-F238E27FC236}">
                <a16:creationId xmlns:a16="http://schemas.microsoft.com/office/drawing/2014/main" id="{8E07D3DA-2B85-42CC-8062-8B65F67586B0}"/>
              </a:ext>
            </a:extLst>
          </p:cNvPr>
          <p:cNvSpPr>
            <a:spLocks noGrp="1" noChangeArrowheads="1"/>
          </p:cNvSpPr>
          <p:nvPr>
            <p:ph type="body" idx="1"/>
          </p:nvPr>
        </p:nvSpPr>
        <p:spPr bwMode="auto">
          <a:xfrm>
            <a:off x="609600" y="1633538"/>
            <a:ext cx="8229600" cy="4691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a:extLst>
              <a:ext uri="{FF2B5EF4-FFF2-40B4-BE49-F238E27FC236}">
                <a16:creationId xmlns:a16="http://schemas.microsoft.com/office/drawing/2014/main" id="{E07E20C1-4C65-4624-AA2D-747E84F1D3CB}"/>
              </a:ext>
            </a:extLst>
          </p:cNvPr>
          <p:cNvSpPr>
            <a:spLocks noGrp="1" noChangeArrowheads="1"/>
          </p:cNvSpPr>
          <p:nvPr>
            <p:ph type="dt" sz="half" idx="2"/>
          </p:nvPr>
        </p:nvSpPr>
        <p:spPr bwMode="auto">
          <a:xfrm>
            <a:off x="609600" y="6278563"/>
            <a:ext cx="1981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sp>
        <p:nvSpPr>
          <p:cNvPr id="1029" name="Rectangle 5">
            <a:extLst>
              <a:ext uri="{FF2B5EF4-FFF2-40B4-BE49-F238E27FC236}">
                <a16:creationId xmlns:a16="http://schemas.microsoft.com/office/drawing/2014/main" id="{DF6370B7-BED3-4B38-A932-BD0A5880CB44}"/>
              </a:ext>
            </a:extLst>
          </p:cNvPr>
          <p:cNvSpPr>
            <a:spLocks noGrp="1" noChangeArrowheads="1"/>
          </p:cNvSpPr>
          <p:nvPr>
            <p:ph type="ftr" sz="quarter" idx="3"/>
          </p:nvPr>
        </p:nvSpPr>
        <p:spPr bwMode="auto">
          <a:xfrm>
            <a:off x="2719388" y="62833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en-US"/>
          </a:p>
        </p:txBody>
      </p:sp>
      <p:sp>
        <p:nvSpPr>
          <p:cNvPr id="1030" name="Rectangle 6">
            <a:extLst>
              <a:ext uri="{FF2B5EF4-FFF2-40B4-BE49-F238E27FC236}">
                <a16:creationId xmlns:a16="http://schemas.microsoft.com/office/drawing/2014/main" id="{848F6441-6898-4A31-A185-8673B9B54ACB}"/>
              </a:ext>
            </a:extLst>
          </p:cNvPr>
          <p:cNvSpPr>
            <a:spLocks noGrp="1" noChangeArrowheads="1"/>
          </p:cNvSpPr>
          <p:nvPr>
            <p:ph type="sldNum" sz="quarter" idx="4"/>
          </p:nvPr>
        </p:nvSpPr>
        <p:spPr bwMode="auto">
          <a:xfrm>
            <a:off x="6705600" y="6226175"/>
            <a:ext cx="2133600"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306FFC55-A7E0-43C6-B48A-D297196E04B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spcBef>
          <a:spcPct val="0"/>
        </a:spcBef>
        <a:spcAft>
          <a:spcPct val="0"/>
        </a:spcAft>
        <a:defRPr sz="5000" b="1" kern="1200">
          <a:solidFill>
            <a:srgbClr val="996633"/>
          </a:solidFill>
          <a:latin typeface="+mj-lt"/>
          <a:ea typeface="+mj-ea"/>
          <a:cs typeface="+mj-cs"/>
        </a:defRPr>
      </a:lvl1pPr>
      <a:lvl2pPr algn="l" rtl="0" fontAlgn="base">
        <a:spcBef>
          <a:spcPct val="0"/>
        </a:spcBef>
        <a:spcAft>
          <a:spcPct val="0"/>
        </a:spcAft>
        <a:defRPr sz="3200" b="1">
          <a:solidFill>
            <a:srgbClr val="996633"/>
          </a:solidFill>
          <a:latin typeface="Arial" panose="020B0604020202020204" pitchFamily="34" charset="0"/>
        </a:defRPr>
      </a:lvl2pPr>
      <a:lvl3pPr algn="l" rtl="0" fontAlgn="base">
        <a:spcBef>
          <a:spcPct val="0"/>
        </a:spcBef>
        <a:spcAft>
          <a:spcPct val="0"/>
        </a:spcAft>
        <a:defRPr sz="3200" b="1">
          <a:solidFill>
            <a:srgbClr val="996633"/>
          </a:solidFill>
          <a:latin typeface="Arial" panose="020B0604020202020204" pitchFamily="34" charset="0"/>
        </a:defRPr>
      </a:lvl3pPr>
      <a:lvl4pPr algn="l" rtl="0" fontAlgn="base">
        <a:spcBef>
          <a:spcPct val="0"/>
        </a:spcBef>
        <a:spcAft>
          <a:spcPct val="0"/>
        </a:spcAft>
        <a:defRPr sz="3200" b="1">
          <a:solidFill>
            <a:srgbClr val="996633"/>
          </a:solidFill>
          <a:latin typeface="Arial" panose="020B0604020202020204" pitchFamily="34" charset="0"/>
        </a:defRPr>
      </a:lvl4pPr>
      <a:lvl5pPr algn="l" rtl="0" fontAlgn="base">
        <a:spcBef>
          <a:spcPct val="0"/>
        </a:spcBef>
        <a:spcAft>
          <a:spcPct val="0"/>
        </a:spcAft>
        <a:defRPr sz="3200" b="1">
          <a:solidFill>
            <a:srgbClr val="996633"/>
          </a:solidFill>
          <a:latin typeface="Arial" panose="020B0604020202020204" pitchFamily="34" charset="0"/>
        </a:defRPr>
      </a:lvl5pPr>
      <a:lvl6pPr marL="457200" algn="l" rtl="0" fontAlgn="base">
        <a:spcBef>
          <a:spcPct val="0"/>
        </a:spcBef>
        <a:spcAft>
          <a:spcPct val="0"/>
        </a:spcAft>
        <a:defRPr sz="3200" b="1">
          <a:solidFill>
            <a:srgbClr val="996633"/>
          </a:solidFill>
          <a:latin typeface="Arial" panose="020B0604020202020204" pitchFamily="34" charset="0"/>
        </a:defRPr>
      </a:lvl6pPr>
      <a:lvl7pPr marL="914400" algn="l" rtl="0" fontAlgn="base">
        <a:spcBef>
          <a:spcPct val="0"/>
        </a:spcBef>
        <a:spcAft>
          <a:spcPct val="0"/>
        </a:spcAft>
        <a:defRPr sz="3200" b="1">
          <a:solidFill>
            <a:srgbClr val="996633"/>
          </a:solidFill>
          <a:latin typeface="Arial" panose="020B0604020202020204" pitchFamily="34" charset="0"/>
        </a:defRPr>
      </a:lvl7pPr>
      <a:lvl8pPr marL="1371600" algn="l" rtl="0" fontAlgn="base">
        <a:spcBef>
          <a:spcPct val="0"/>
        </a:spcBef>
        <a:spcAft>
          <a:spcPct val="0"/>
        </a:spcAft>
        <a:defRPr sz="3200" b="1">
          <a:solidFill>
            <a:srgbClr val="996633"/>
          </a:solidFill>
          <a:latin typeface="Arial" panose="020B0604020202020204" pitchFamily="34" charset="0"/>
        </a:defRPr>
      </a:lvl8pPr>
      <a:lvl9pPr marL="1828800" algn="l" rtl="0" fontAlgn="base">
        <a:spcBef>
          <a:spcPct val="0"/>
        </a:spcBef>
        <a:spcAft>
          <a:spcPct val="0"/>
        </a:spcAft>
        <a:defRPr sz="3200" b="1">
          <a:solidFill>
            <a:srgbClr val="996633"/>
          </a:solidFill>
          <a:latin typeface="Arial" panose="020B0604020202020204" pitchFamily="34" charset="0"/>
        </a:defRPr>
      </a:lvl9pPr>
    </p:titleStyle>
    <p:bodyStyle>
      <a:lvl1pPr marL="342900" indent="-342900" algn="l" rtl="0" fontAlgn="base">
        <a:spcBef>
          <a:spcPct val="20000"/>
        </a:spcBef>
        <a:spcAft>
          <a:spcPct val="0"/>
        </a:spcAft>
        <a:buChar char="•"/>
        <a:defRPr sz="2900" kern="1200">
          <a:solidFill>
            <a:srgbClr val="000066"/>
          </a:solidFill>
          <a:latin typeface="+mn-lt"/>
          <a:ea typeface="+mn-ea"/>
          <a:cs typeface="+mn-cs"/>
        </a:defRPr>
      </a:lvl1pPr>
      <a:lvl2pPr marL="742950" indent="-285750" algn="l" rtl="0" fontAlgn="base">
        <a:spcBef>
          <a:spcPct val="20000"/>
        </a:spcBef>
        <a:spcAft>
          <a:spcPct val="0"/>
        </a:spcAft>
        <a:buChar char="–"/>
        <a:defRPr sz="2600" kern="1200">
          <a:solidFill>
            <a:srgbClr val="000066"/>
          </a:solidFill>
          <a:latin typeface="+mn-lt"/>
          <a:ea typeface="+mn-ea"/>
          <a:cs typeface="+mn-cs"/>
        </a:defRPr>
      </a:lvl2pPr>
      <a:lvl3pPr marL="1143000" indent="-228600" algn="l" rtl="0" fontAlgn="base">
        <a:spcBef>
          <a:spcPct val="20000"/>
        </a:spcBef>
        <a:spcAft>
          <a:spcPct val="0"/>
        </a:spcAft>
        <a:buChar char="•"/>
        <a:defRPr sz="2200" kern="1200">
          <a:solidFill>
            <a:srgbClr val="000066"/>
          </a:solidFill>
          <a:latin typeface="+mn-lt"/>
          <a:ea typeface="+mn-ea"/>
          <a:cs typeface="+mn-cs"/>
        </a:defRPr>
      </a:lvl3pPr>
      <a:lvl4pPr marL="1600200" indent="-228600" algn="l" rtl="0" fontAlgn="base">
        <a:spcBef>
          <a:spcPct val="20000"/>
        </a:spcBef>
        <a:spcAft>
          <a:spcPct val="0"/>
        </a:spcAft>
        <a:buChar char="–"/>
        <a:defRPr kern="1200">
          <a:solidFill>
            <a:srgbClr val="000066"/>
          </a:solidFill>
          <a:latin typeface="+mn-lt"/>
          <a:ea typeface="+mn-ea"/>
          <a:cs typeface="+mn-cs"/>
        </a:defRPr>
      </a:lvl4pPr>
      <a:lvl5pPr marL="2057400" indent="-228600" algn="l" rtl="0" fontAlgn="base">
        <a:spcBef>
          <a:spcPct val="20000"/>
        </a:spcBef>
        <a:spcAft>
          <a:spcPct val="0"/>
        </a:spcAft>
        <a:buChar char="»"/>
        <a:defRPr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CDA1651-B184-4C83-9729-35D701BE495A}"/>
              </a:ext>
            </a:extLst>
          </p:cNvPr>
          <p:cNvSpPr>
            <a:spLocks noGrp="1" noChangeArrowheads="1"/>
          </p:cNvSpPr>
          <p:nvPr>
            <p:ph type="ctrTitle"/>
          </p:nvPr>
        </p:nvSpPr>
        <p:spPr/>
        <p:txBody>
          <a:bodyPr/>
          <a:lstStyle/>
          <a:p>
            <a:pPr algn="ctr"/>
            <a:r>
              <a:rPr lang="vi-VN" b="1" i="0" dirty="0">
                <a:solidFill>
                  <a:srgbClr val="363636"/>
                </a:solidFill>
                <a:effectLst/>
                <a:latin typeface="Inter"/>
              </a:rPr>
              <a:t>BỐ CỤC MỘT BÀI THUYẾT TRÌNH</a:t>
            </a:r>
            <a:endParaRPr lang="en-US" altLang="en-US" dirty="0"/>
          </a:p>
        </p:txBody>
      </p:sp>
      <p:sp>
        <p:nvSpPr>
          <p:cNvPr id="2051" name="Rectangle 3">
            <a:extLst>
              <a:ext uri="{FF2B5EF4-FFF2-40B4-BE49-F238E27FC236}">
                <a16:creationId xmlns:a16="http://schemas.microsoft.com/office/drawing/2014/main" id="{80E355BD-3478-446D-BADE-5B579DF2FF15}"/>
              </a:ext>
            </a:extLst>
          </p:cNvPr>
          <p:cNvSpPr>
            <a:spLocks noGrp="1" noChangeArrowheads="1"/>
          </p:cNvSpPr>
          <p:nvPr>
            <p:ph type="subTitle" idx="1"/>
          </p:nvPr>
        </p:nvSpPr>
        <p:spPr/>
        <p:txBody>
          <a:bodyPr/>
          <a:lstStyle/>
          <a:p>
            <a:r>
              <a:rPr lang="vi-VN" b="0" i="0" dirty="0">
                <a:solidFill>
                  <a:srgbClr val="4A5668"/>
                </a:solidFill>
                <a:effectLst/>
                <a:latin typeface="Inter"/>
              </a:rPr>
              <a:t> </a:t>
            </a:r>
            <a:r>
              <a:rPr lang="vi-VN" b="1" i="0" dirty="0">
                <a:solidFill>
                  <a:srgbClr val="363636"/>
                </a:solidFill>
                <a:effectLst/>
                <a:latin typeface="Inter"/>
              </a:rPr>
              <a:t>ThS.</a:t>
            </a:r>
            <a:r>
              <a:rPr lang="en-US" b="1" i="0" dirty="0">
                <a:solidFill>
                  <a:srgbClr val="363636"/>
                </a:solidFill>
                <a:effectLst/>
                <a:latin typeface="Inter"/>
              </a:rPr>
              <a:t> </a:t>
            </a:r>
            <a:r>
              <a:rPr lang="vi-VN" b="1" i="0" dirty="0">
                <a:solidFill>
                  <a:srgbClr val="363636"/>
                </a:solidFill>
                <a:effectLst/>
                <a:latin typeface="Inter"/>
              </a:rPr>
              <a:t>Nguyễn</a:t>
            </a:r>
            <a:r>
              <a:rPr lang="en-US" b="1" i="0" dirty="0">
                <a:solidFill>
                  <a:srgbClr val="363636"/>
                </a:solidFill>
                <a:effectLst/>
                <a:latin typeface="Inter"/>
              </a:rPr>
              <a:t> </a:t>
            </a:r>
            <a:r>
              <a:rPr lang="vi-VN" b="1" i="0" dirty="0">
                <a:solidFill>
                  <a:srgbClr val="363636"/>
                </a:solidFill>
                <a:effectLst/>
                <a:latin typeface="Inter"/>
              </a:rPr>
              <a:t>Văn</a:t>
            </a:r>
            <a:r>
              <a:rPr lang="en-US" b="1" i="0" dirty="0">
                <a:solidFill>
                  <a:srgbClr val="363636"/>
                </a:solidFill>
                <a:effectLst/>
                <a:latin typeface="Inter"/>
              </a:rPr>
              <a:t> A</a:t>
            </a:r>
            <a:endParaRPr lang="en-US" altLang="en-US" dirty="0"/>
          </a:p>
        </p:txBody>
      </p:sp>
      <p:sp>
        <p:nvSpPr>
          <p:cNvPr id="2" name="TextBox 1">
            <a:extLst>
              <a:ext uri="{FF2B5EF4-FFF2-40B4-BE49-F238E27FC236}">
                <a16:creationId xmlns:a16="http://schemas.microsoft.com/office/drawing/2014/main" id="{2BE4BCC1-DC98-4289-9C73-9938A1074C27}"/>
              </a:ext>
            </a:extLst>
          </p:cNvPr>
          <p:cNvSpPr txBox="1"/>
          <p:nvPr/>
        </p:nvSpPr>
        <p:spPr>
          <a:xfrm>
            <a:off x="4152254" y="5238690"/>
            <a:ext cx="4572000" cy="400110"/>
          </a:xfrm>
          <a:prstGeom prst="rect">
            <a:avLst/>
          </a:prstGeom>
          <a:noFill/>
        </p:spPr>
        <p:txBody>
          <a:bodyPr wrap="square" rtlCol="0">
            <a:spAutoFit/>
          </a:bodyPr>
          <a:lstStyle/>
          <a:p>
            <a:pPr algn="ctr"/>
            <a:r>
              <a:rPr lang="vi-VN" sz="2000" b="1" i="0" dirty="0">
                <a:solidFill>
                  <a:srgbClr val="363636"/>
                </a:solidFill>
                <a:effectLst/>
                <a:latin typeface="Times New Roman."/>
              </a:rPr>
              <a:t>Trích từ Tủ sách Khoa học VLOS</a:t>
            </a:r>
            <a:endParaRPr lang="vi-V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09A8D8C-80F7-440C-BEF1-9EFA4CBAAA33}"/>
              </a:ext>
            </a:extLst>
          </p:cNvPr>
          <p:cNvSpPr>
            <a:spLocks noGrp="1" noChangeArrowheads="1"/>
          </p:cNvSpPr>
          <p:nvPr>
            <p:ph type="title"/>
          </p:nvPr>
        </p:nvSpPr>
        <p:spPr/>
        <p:txBody>
          <a:bodyPr/>
          <a:lstStyle/>
          <a:p>
            <a:r>
              <a:rPr lang="vi-VN" b="1" i="0" dirty="0">
                <a:solidFill>
                  <a:srgbClr val="363636"/>
                </a:solidFill>
                <a:effectLst/>
                <a:latin typeface="Inter"/>
              </a:rPr>
              <a:t>Giới thiệu</a:t>
            </a:r>
            <a:endParaRPr lang="en-US" altLang="en-US" dirty="0"/>
          </a:p>
        </p:txBody>
      </p:sp>
      <p:sp>
        <p:nvSpPr>
          <p:cNvPr id="25603" name="Rectangle 3">
            <a:extLst>
              <a:ext uri="{FF2B5EF4-FFF2-40B4-BE49-F238E27FC236}">
                <a16:creationId xmlns:a16="http://schemas.microsoft.com/office/drawing/2014/main" id="{2EE127BF-401A-4C36-A14A-872ADB44AB18}"/>
              </a:ext>
            </a:extLst>
          </p:cNvPr>
          <p:cNvSpPr>
            <a:spLocks noGrp="1" noChangeArrowheads="1"/>
          </p:cNvSpPr>
          <p:nvPr>
            <p:ph type="body" idx="1"/>
          </p:nvPr>
        </p:nvSpPr>
        <p:spPr>
          <a:xfrm>
            <a:off x="762000" y="1633538"/>
            <a:ext cx="8077200" cy="4767262"/>
          </a:xfrm>
        </p:spPr>
        <p:txBody>
          <a:bodyPr/>
          <a:lstStyle/>
          <a:p>
            <a:r>
              <a:rPr lang="vi-VN" b="0" i="0" dirty="0">
                <a:solidFill>
                  <a:srgbClr val="4A5668"/>
                </a:solidFill>
                <a:effectLst/>
                <a:latin typeface="Inter"/>
              </a:rPr>
              <a:t> </a:t>
            </a:r>
            <a:r>
              <a:rPr lang="vi-VN" b="1" i="0" dirty="0">
                <a:solidFill>
                  <a:srgbClr val="363636"/>
                </a:solidFill>
                <a:effectLst/>
                <a:latin typeface="Inter"/>
              </a:rPr>
              <a:t>Phần mở đầu</a:t>
            </a:r>
          </a:p>
          <a:p>
            <a:pPr lvl="1"/>
            <a:r>
              <a:rPr lang="vi-VN" b="1" i="0" dirty="0">
                <a:solidFill>
                  <a:srgbClr val="363636"/>
                </a:solidFill>
                <a:effectLst/>
                <a:latin typeface="Inter"/>
              </a:rPr>
              <a:t>Cần đạt được mục đích</a:t>
            </a:r>
            <a:endParaRPr lang="vi-VN" b="1" dirty="0">
              <a:solidFill>
                <a:srgbClr val="363636"/>
              </a:solidFill>
              <a:latin typeface="Inter"/>
            </a:endParaRPr>
          </a:p>
          <a:p>
            <a:r>
              <a:rPr lang="vi-VN" b="1" i="0" dirty="0">
                <a:solidFill>
                  <a:srgbClr val="363636"/>
                </a:solidFill>
                <a:effectLst/>
                <a:latin typeface="Inter"/>
              </a:rPr>
              <a:t>Phần chính</a:t>
            </a:r>
          </a:p>
          <a:p>
            <a:pPr lvl="1"/>
            <a:r>
              <a:rPr lang="vi-VN" b="0" i="0" dirty="0">
                <a:solidFill>
                  <a:srgbClr val="4A5668"/>
                </a:solidFill>
                <a:effectLst/>
                <a:latin typeface="Inter"/>
              </a:rPr>
              <a:t> </a:t>
            </a:r>
            <a:r>
              <a:rPr lang="vi-VN" b="1" i="0" dirty="0">
                <a:solidFill>
                  <a:srgbClr val="363636"/>
                </a:solidFill>
                <a:effectLst/>
                <a:latin typeface="Inter"/>
              </a:rPr>
              <a:t>Đưa ra giải pháp, ý kiến</a:t>
            </a:r>
          </a:p>
          <a:p>
            <a:r>
              <a:rPr lang="vi-VN" b="1" i="0" dirty="0">
                <a:solidFill>
                  <a:srgbClr val="363636"/>
                </a:solidFill>
                <a:effectLst/>
                <a:latin typeface="Inter"/>
              </a:rPr>
              <a:t>Phần kết</a:t>
            </a:r>
            <a:endParaRPr lang="vi-VN" b="1" dirty="0">
              <a:solidFill>
                <a:srgbClr val="363636"/>
              </a:solidFill>
              <a:latin typeface="Inter"/>
            </a:endParaRPr>
          </a:p>
          <a:p>
            <a:pPr lvl="1"/>
            <a:r>
              <a:rPr lang="vi-VN" b="1" i="0" dirty="0">
                <a:solidFill>
                  <a:srgbClr val="363636"/>
                </a:solidFill>
                <a:effectLst/>
                <a:latin typeface="Inter"/>
              </a:rPr>
              <a:t>Tóm tắt các nội dung đã được trình bày</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0A64D-23C4-4CC9-9901-6E37876BA68A}"/>
              </a:ext>
            </a:extLst>
          </p:cNvPr>
          <p:cNvSpPr>
            <a:spLocks noGrp="1"/>
          </p:cNvSpPr>
          <p:nvPr>
            <p:ph type="title"/>
          </p:nvPr>
        </p:nvSpPr>
        <p:spPr/>
        <p:txBody>
          <a:bodyPr/>
          <a:lstStyle/>
          <a:p>
            <a:r>
              <a:rPr lang="vi-VN" dirty="0"/>
              <a:t>Phần mở đầu</a:t>
            </a:r>
          </a:p>
        </p:txBody>
      </p:sp>
      <p:sp>
        <p:nvSpPr>
          <p:cNvPr id="3" name="Content Placeholder 2">
            <a:extLst>
              <a:ext uri="{FF2B5EF4-FFF2-40B4-BE49-F238E27FC236}">
                <a16:creationId xmlns:a16="http://schemas.microsoft.com/office/drawing/2014/main" id="{E1BA4A34-863A-4B47-84E8-F6B6C89A7C32}"/>
              </a:ext>
            </a:extLst>
          </p:cNvPr>
          <p:cNvSpPr>
            <a:spLocks noGrp="1"/>
          </p:cNvSpPr>
          <p:nvPr>
            <p:ph idx="1"/>
          </p:nvPr>
        </p:nvSpPr>
        <p:spPr/>
        <p:txBody>
          <a:bodyPr/>
          <a:lstStyle/>
          <a:p>
            <a:r>
              <a:rPr lang="vi-VN" dirty="0"/>
              <a:t>Thu hút sự chú ý của người nghe</a:t>
            </a:r>
          </a:p>
          <a:p>
            <a:pPr lvl="1"/>
            <a:r>
              <a:rPr lang="vi-VN" dirty="0">
                <a:hlinkClick r:id="rId2" action="ppaction://hlinksldjump"/>
              </a:rPr>
              <a:t>Sử dụng một đoạn trích dẫn</a:t>
            </a:r>
            <a:endParaRPr lang="vi-VN" dirty="0"/>
          </a:p>
          <a:p>
            <a:pPr lvl="1"/>
            <a:r>
              <a:rPr lang="vi-VN" dirty="0"/>
              <a:t>Một câu hỏi</a:t>
            </a:r>
          </a:p>
          <a:p>
            <a:pPr lvl="1"/>
            <a:r>
              <a:rPr lang="vi-VN" dirty="0"/>
              <a:t>Thậm chí làm mọi người phải hoạt động</a:t>
            </a:r>
          </a:p>
          <a:p>
            <a:r>
              <a:rPr lang="vi-VN" dirty="0"/>
              <a:t>Tóm lượt các nội dung liên quan</a:t>
            </a:r>
          </a:p>
          <a:p>
            <a:pPr lvl="1"/>
            <a:r>
              <a:rPr lang="vi-VN" dirty="0"/>
              <a:t>Đã được trình bài</a:t>
            </a:r>
          </a:p>
          <a:p>
            <a:pPr lvl="1"/>
            <a:r>
              <a:rPr lang="vi-VN" dirty="0"/>
              <a:t>Được đa số người nghe biết rõ</a:t>
            </a:r>
          </a:p>
        </p:txBody>
      </p:sp>
    </p:spTree>
    <p:extLst>
      <p:ext uri="{BB962C8B-B14F-4D97-AF65-F5344CB8AC3E}">
        <p14:creationId xmlns:p14="http://schemas.microsoft.com/office/powerpoint/2010/main" val="3428788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D110C-B236-4BAC-9BCC-0EF98172DB8C}"/>
              </a:ext>
            </a:extLst>
          </p:cNvPr>
          <p:cNvSpPr>
            <a:spLocks noGrp="1"/>
          </p:cNvSpPr>
          <p:nvPr>
            <p:ph type="title"/>
          </p:nvPr>
        </p:nvSpPr>
        <p:spPr/>
        <p:txBody>
          <a:bodyPr/>
          <a:lstStyle/>
          <a:p>
            <a:r>
              <a:rPr lang="vi-VN" dirty="0"/>
              <a:t>Phần chính</a:t>
            </a:r>
          </a:p>
        </p:txBody>
      </p:sp>
      <p:sp>
        <p:nvSpPr>
          <p:cNvPr id="3" name="Content Placeholder 2">
            <a:extLst>
              <a:ext uri="{FF2B5EF4-FFF2-40B4-BE49-F238E27FC236}">
                <a16:creationId xmlns:a16="http://schemas.microsoft.com/office/drawing/2014/main" id="{A4747C2D-4C9D-4373-98DA-E82674ACBADB}"/>
              </a:ext>
            </a:extLst>
          </p:cNvPr>
          <p:cNvSpPr>
            <a:spLocks noGrp="1"/>
          </p:cNvSpPr>
          <p:nvPr>
            <p:ph idx="1"/>
          </p:nvPr>
        </p:nvSpPr>
        <p:spPr/>
        <p:txBody>
          <a:bodyPr/>
          <a:lstStyle/>
          <a:p>
            <a:r>
              <a:rPr lang="vi-VN" dirty="0"/>
              <a:t>Phần chính với các nội dung</a:t>
            </a:r>
          </a:p>
          <a:p>
            <a:pPr lvl="1"/>
            <a:r>
              <a:rPr lang="vi-VN" dirty="0"/>
              <a:t>Vấn dề cần giải quyết, yêu cầu công việc</a:t>
            </a:r>
          </a:p>
          <a:p>
            <a:pPr lvl="1"/>
            <a:r>
              <a:rPr lang="vi-VN" dirty="0"/>
              <a:t>Ý tưởng và giải pháp</a:t>
            </a:r>
          </a:p>
          <a:p>
            <a:pPr lvl="1"/>
            <a:r>
              <a:rPr lang="vi-VN" dirty="0">
                <a:hlinkClick r:id="rId2" action="ppaction://hlinksldjump"/>
              </a:rPr>
              <a:t>Cung cấp ví dụ để minh chứng</a:t>
            </a:r>
            <a:endParaRPr lang="vi-VN" dirty="0"/>
          </a:p>
          <a:p>
            <a:pPr lvl="1"/>
            <a:r>
              <a:rPr lang="vi-VN" dirty="0"/>
              <a:t>Lợi ích khi áp dụng giải pháp</a:t>
            </a:r>
          </a:p>
          <a:p>
            <a:pPr lvl="1"/>
            <a:r>
              <a:rPr lang="vi-VN" dirty="0"/>
              <a:t>Chương trình hoạt động/các việc làm cụ thể</a:t>
            </a:r>
          </a:p>
          <a:p>
            <a:pPr lvl="1"/>
            <a:endParaRPr lang="vi-VN" dirty="0"/>
          </a:p>
        </p:txBody>
      </p:sp>
    </p:spTree>
    <p:extLst>
      <p:ext uri="{BB962C8B-B14F-4D97-AF65-F5344CB8AC3E}">
        <p14:creationId xmlns:p14="http://schemas.microsoft.com/office/powerpoint/2010/main" val="1732040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25B2-6236-478F-BEA9-66D1B2641789}"/>
              </a:ext>
            </a:extLst>
          </p:cNvPr>
          <p:cNvSpPr>
            <a:spLocks noGrp="1"/>
          </p:cNvSpPr>
          <p:nvPr>
            <p:ph type="title"/>
          </p:nvPr>
        </p:nvSpPr>
        <p:spPr/>
        <p:txBody>
          <a:bodyPr/>
          <a:lstStyle/>
          <a:p>
            <a:r>
              <a:rPr lang="vi-VN" dirty="0"/>
              <a:t>Phần kết</a:t>
            </a:r>
          </a:p>
        </p:txBody>
      </p:sp>
      <p:sp>
        <p:nvSpPr>
          <p:cNvPr id="3" name="Content Placeholder 2">
            <a:extLst>
              <a:ext uri="{FF2B5EF4-FFF2-40B4-BE49-F238E27FC236}">
                <a16:creationId xmlns:a16="http://schemas.microsoft.com/office/drawing/2014/main" id="{8D12E582-884C-4DBB-8275-A9F871961007}"/>
              </a:ext>
            </a:extLst>
          </p:cNvPr>
          <p:cNvSpPr>
            <a:spLocks noGrp="1"/>
          </p:cNvSpPr>
          <p:nvPr>
            <p:ph idx="1"/>
          </p:nvPr>
        </p:nvSpPr>
        <p:spPr/>
        <p:txBody>
          <a:bodyPr/>
          <a:lstStyle/>
          <a:p>
            <a:r>
              <a:rPr lang="vi-VN" dirty="0"/>
              <a:t>Tóm tắt </a:t>
            </a:r>
          </a:p>
          <a:p>
            <a:r>
              <a:rPr lang="vi-VN" dirty="0"/>
              <a:t>Kết luận cuối cùng</a:t>
            </a:r>
          </a:p>
          <a:p>
            <a:pPr lvl="1"/>
            <a:r>
              <a:rPr lang="vi-VN" dirty="0"/>
              <a:t>Liệu còn điều gì bạn muốn người nghe ghi nhớ?</a:t>
            </a:r>
          </a:p>
        </p:txBody>
      </p:sp>
    </p:spTree>
    <p:extLst>
      <p:ext uri="{BB962C8B-B14F-4D97-AF65-F5344CB8AC3E}">
        <p14:creationId xmlns:p14="http://schemas.microsoft.com/office/powerpoint/2010/main" val="1790257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4339" name="Rectangle 3">
            <a:extLst>
              <a:ext uri="{FF2B5EF4-FFF2-40B4-BE49-F238E27FC236}">
                <a16:creationId xmlns:a16="http://schemas.microsoft.com/office/drawing/2014/main" id="{56E01181-FA81-4C6D-9E62-C7D65FDA831E}"/>
              </a:ext>
            </a:extLst>
          </p:cNvPr>
          <p:cNvSpPr>
            <a:spLocks noGrp="1" noChangeArrowheads="1"/>
          </p:cNvSpPr>
          <p:nvPr>
            <p:ph type="body" idx="1"/>
          </p:nvPr>
        </p:nvSpPr>
        <p:spPr>
          <a:xfrm>
            <a:off x="609600" y="3124200"/>
            <a:ext cx="7924800" cy="2555875"/>
          </a:xfrm>
        </p:spPr>
        <p:txBody>
          <a:bodyPr/>
          <a:lstStyle/>
          <a:p>
            <a:pPr algn="ctr">
              <a:buFontTx/>
              <a:buNone/>
            </a:pPr>
            <a:r>
              <a:rPr lang="vi-VN" b="0" i="0" dirty="0">
                <a:solidFill>
                  <a:srgbClr val="4A5668"/>
                </a:solidFill>
                <a:effectLst/>
                <a:latin typeface="Inter"/>
              </a:rPr>
              <a:t> </a:t>
            </a:r>
            <a:r>
              <a:rPr lang="vi-VN" b="1" i="0" dirty="0">
                <a:solidFill>
                  <a:srgbClr val="363636"/>
                </a:solidFill>
                <a:effectLst/>
                <a:latin typeface="Inter"/>
              </a:rPr>
              <a:t>Cảm ơn sự chú ý của quý vị</a:t>
            </a:r>
            <a:endParaRPr lang="en-US" alt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B7AF6-A89F-40CD-A2E3-686EA65A372B}"/>
              </a:ext>
            </a:extLst>
          </p:cNvPr>
          <p:cNvSpPr>
            <a:spLocks noGrp="1"/>
          </p:cNvSpPr>
          <p:nvPr>
            <p:ph type="title"/>
          </p:nvPr>
        </p:nvSpPr>
        <p:spPr>
          <a:xfrm>
            <a:off x="235058" y="1295400"/>
            <a:ext cx="7086600" cy="944563"/>
          </a:xfrm>
        </p:spPr>
        <p:txBody>
          <a:bodyPr/>
          <a:lstStyle/>
          <a:p>
            <a:r>
              <a:rPr lang="vi-VN" sz="2400" b="1" i="0" dirty="0">
                <a:effectLst/>
                <a:latin typeface="Inter"/>
              </a:rPr>
              <a:t>Ví dụ, sử dụng một đoạn trích dẫn khi giới thiệu</a:t>
            </a:r>
            <a:endParaRPr lang="vi-VN" sz="2400" dirty="0"/>
          </a:p>
        </p:txBody>
      </p:sp>
      <p:sp>
        <p:nvSpPr>
          <p:cNvPr id="3" name="Content Placeholder 2">
            <a:extLst>
              <a:ext uri="{FF2B5EF4-FFF2-40B4-BE49-F238E27FC236}">
                <a16:creationId xmlns:a16="http://schemas.microsoft.com/office/drawing/2014/main" id="{7438DE08-C6BE-48F8-9D3F-03E540864742}"/>
              </a:ext>
            </a:extLst>
          </p:cNvPr>
          <p:cNvSpPr>
            <a:spLocks noGrp="1"/>
          </p:cNvSpPr>
          <p:nvPr>
            <p:ph idx="1"/>
          </p:nvPr>
        </p:nvSpPr>
        <p:spPr>
          <a:xfrm>
            <a:off x="235058" y="1981200"/>
            <a:ext cx="8229600" cy="4691062"/>
          </a:xfrm>
        </p:spPr>
        <p:txBody>
          <a:bodyPr/>
          <a:lstStyle/>
          <a:p>
            <a:pPr algn="just"/>
            <a:r>
              <a:rPr lang="vi-VN" sz="2400" dirty="0"/>
              <a:t>Ví dụ: Ta có thể phát biểu trích dẫn lợi ích khi học ngành công nghệ thông tin  </a:t>
            </a:r>
          </a:p>
          <a:p>
            <a:pPr marL="0" indent="0" algn="just">
              <a:buNone/>
            </a:pPr>
            <a:r>
              <a:rPr lang="vi-VN" sz="2400" dirty="0"/>
              <a:t>         “Hàng năm, công nghệ mới luôn được phát triễn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mottj phát triễn và trở nên hữu ích cho các bạn muốn xây dựng sự nghiệp với ngành này. Vậy những lợi ích khi học ngành CNTT là gì?”</a:t>
            </a:r>
          </a:p>
        </p:txBody>
      </p:sp>
      <p:sp>
        <p:nvSpPr>
          <p:cNvPr id="5" name="Action Button: Return 4">
            <a:hlinkClick r:id="" action="ppaction://hlinkshowjump?jump=lastslideviewed" highlightClick="1"/>
            <a:extLst>
              <a:ext uri="{FF2B5EF4-FFF2-40B4-BE49-F238E27FC236}">
                <a16:creationId xmlns:a16="http://schemas.microsoft.com/office/drawing/2014/main" id="{C086F5FC-C349-4442-9FD8-2D67357BBFCF}"/>
              </a:ext>
            </a:extLst>
          </p:cNvPr>
          <p:cNvSpPr/>
          <p:nvPr/>
        </p:nvSpPr>
        <p:spPr>
          <a:xfrm>
            <a:off x="4953000" y="5562600"/>
            <a:ext cx="914400" cy="762000"/>
          </a:xfrm>
          <a:prstGeom prst="actionButtonRetur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764533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982BA-6177-4154-B57F-3F72A7AE54CB}"/>
              </a:ext>
            </a:extLst>
          </p:cNvPr>
          <p:cNvSpPr>
            <a:spLocks noGrp="1"/>
          </p:cNvSpPr>
          <p:nvPr>
            <p:ph type="title"/>
          </p:nvPr>
        </p:nvSpPr>
        <p:spPr>
          <a:xfrm>
            <a:off x="498529" y="1371600"/>
            <a:ext cx="7086600" cy="944563"/>
          </a:xfrm>
        </p:spPr>
        <p:txBody>
          <a:bodyPr/>
          <a:lstStyle/>
          <a:p>
            <a:r>
              <a:rPr lang="vi-VN" sz="2400" dirty="0"/>
              <a:t>Ví dụ minh chứng một vấn đề</a:t>
            </a:r>
          </a:p>
        </p:txBody>
      </p:sp>
      <p:sp>
        <p:nvSpPr>
          <p:cNvPr id="4" name="Action Button: Return 3">
            <a:hlinkClick r:id="" action="ppaction://hlinkshowjump?jump=lastslideviewed" highlightClick="1"/>
            <a:extLst>
              <a:ext uri="{FF2B5EF4-FFF2-40B4-BE49-F238E27FC236}">
                <a16:creationId xmlns:a16="http://schemas.microsoft.com/office/drawing/2014/main" id="{03C0CC64-2361-4B97-8EE1-23598A371DFE}"/>
              </a:ext>
            </a:extLst>
          </p:cNvPr>
          <p:cNvSpPr/>
          <p:nvPr/>
        </p:nvSpPr>
        <p:spPr>
          <a:xfrm>
            <a:off x="5791200" y="1683940"/>
            <a:ext cx="838200" cy="319881"/>
          </a:xfrm>
          <a:prstGeom prst="actionButtonRetur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aphicFrame>
        <p:nvGraphicFramePr>
          <p:cNvPr id="8" name="Table 8">
            <a:extLst>
              <a:ext uri="{FF2B5EF4-FFF2-40B4-BE49-F238E27FC236}">
                <a16:creationId xmlns:a16="http://schemas.microsoft.com/office/drawing/2014/main" id="{F189C19A-3158-45D5-8F95-D71CC9378B80}"/>
              </a:ext>
            </a:extLst>
          </p:cNvPr>
          <p:cNvGraphicFramePr>
            <a:graphicFrameLocks noGrp="1"/>
          </p:cNvGraphicFramePr>
          <p:nvPr>
            <p:ph idx="1"/>
            <p:extLst>
              <p:ext uri="{D42A27DB-BD31-4B8C-83A1-F6EECF244321}">
                <p14:modId xmlns:p14="http://schemas.microsoft.com/office/powerpoint/2010/main" val="3099509886"/>
              </p:ext>
            </p:extLst>
          </p:nvPr>
        </p:nvGraphicFramePr>
        <p:xfrm>
          <a:off x="457200" y="2369820"/>
          <a:ext cx="8229600" cy="37033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751923050"/>
                    </a:ext>
                  </a:extLst>
                </a:gridCol>
                <a:gridCol w="4114800">
                  <a:extLst>
                    <a:ext uri="{9D8B030D-6E8A-4147-A177-3AD203B41FA5}">
                      <a16:colId xmlns:a16="http://schemas.microsoft.com/office/drawing/2014/main" val="1753515446"/>
                    </a:ext>
                  </a:extLst>
                </a:gridCol>
              </a:tblGrid>
              <a:tr h="317417">
                <a:tc>
                  <a:txBody>
                    <a:bodyPr/>
                    <a:lstStyle/>
                    <a:p>
                      <a:r>
                        <a:rPr lang="vi-VN" dirty="0">
                          <a:latin typeface="Times New Roman."/>
                        </a:rPr>
                        <a:t>Tên ngành/ chuyên ngành </a:t>
                      </a:r>
                    </a:p>
                  </a:txBody>
                  <a:tcPr/>
                </a:tc>
                <a:tc>
                  <a:txBody>
                    <a:bodyPr/>
                    <a:lstStyle/>
                    <a:p>
                      <a:r>
                        <a:rPr lang="vi-VN" dirty="0">
                          <a:latin typeface="Times New Roman."/>
                        </a:rPr>
                        <a:t>Số lượng tuyển sinh</a:t>
                      </a:r>
                    </a:p>
                  </a:txBody>
                  <a:tcPr/>
                </a:tc>
                <a:extLst>
                  <a:ext uri="{0D108BD9-81ED-4DB2-BD59-A6C34878D82A}">
                    <a16:rowId xmlns:a16="http://schemas.microsoft.com/office/drawing/2014/main" val="28154088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latin typeface="Times New Roman."/>
                        </a:rPr>
                        <a:t>Công nghệ thông tin</a:t>
                      </a:r>
                    </a:p>
                  </a:txBody>
                  <a:tcPr/>
                </a:tc>
                <a:tc>
                  <a:txBody>
                    <a:bodyPr/>
                    <a:lstStyle/>
                    <a:p>
                      <a:r>
                        <a:rPr lang="vi-VN" dirty="0">
                          <a:latin typeface="Times New Roman."/>
                        </a:rPr>
                        <a:t>272</a:t>
                      </a:r>
                    </a:p>
                  </a:txBody>
                  <a:tcPr/>
                </a:tc>
                <a:extLst>
                  <a:ext uri="{0D108BD9-81ED-4DB2-BD59-A6C34878D82A}">
                    <a16:rowId xmlns:a16="http://schemas.microsoft.com/office/drawing/2014/main" val="24420097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latin typeface="Times New Roman."/>
                        </a:rPr>
                        <a:t>Công nghệ thông tin</a:t>
                      </a:r>
                    </a:p>
                  </a:txBody>
                  <a:tcPr/>
                </a:tc>
                <a:tc>
                  <a:txBody>
                    <a:bodyPr/>
                    <a:lstStyle/>
                    <a:p>
                      <a:r>
                        <a:rPr lang="vi-VN" dirty="0">
                          <a:latin typeface="Times New Roman."/>
                        </a:rPr>
                        <a:t>144</a:t>
                      </a:r>
                    </a:p>
                  </a:txBody>
                  <a:tcPr/>
                </a:tc>
                <a:extLst>
                  <a:ext uri="{0D108BD9-81ED-4DB2-BD59-A6C34878D82A}">
                    <a16:rowId xmlns:a16="http://schemas.microsoft.com/office/drawing/2014/main" val="41493603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latin typeface="Times New Roman."/>
                        </a:rPr>
                        <a:t>Công nghệ thông tin</a:t>
                      </a:r>
                    </a:p>
                  </a:txBody>
                  <a:tcPr/>
                </a:tc>
                <a:tc>
                  <a:txBody>
                    <a:bodyPr/>
                    <a:lstStyle/>
                    <a:p>
                      <a:r>
                        <a:rPr lang="vi-VN" dirty="0">
                          <a:latin typeface="Times New Roman."/>
                        </a:rPr>
                        <a:t>75</a:t>
                      </a:r>
                    </a:p>
                  </a:txBody>
                  <a:tcPr/>
                </a:tc>
                <a:extLst>
                  <a:ext uri="{0D108BD9-81ED-4DB2-BD59-A6C34878D82A}">
                    <a16:rowId xmlns:a16="http://schemas.microsoft.com/office/drawing/2014/main" val="2970966957"/>
                  </a:ext>
                </a:extLst>
              </a:tr>
              <a:tr h="370840">
                <a:tc>
                  <a:txBody>
                    <a:bodyPr/>
                    <a:lstStyle/>
                    <a:p>
                      <a:r>
                        <a:rPr lang="vi-VN" dirty="0">
                          <a:latin typeface="Times New Roman."/>
                        </a:rPr>
                        <a:t>Mạng máy tính và truyền thông dữ liệu</a:t>
                      </a:r>
                    </a:p>
                  </a:txBody>
                  <a:tcPr/>
                </a:tc>
                <a:tc>
                  <a:txBody>
                    <a:bodyPr/>
                    <a:lstStyle/>
                    <a:p>
                      <a:r>
                        <a:rPr lang="vi-VN" dirty="0">
                          <a:latin typeface="Times New Roman."/>
                        </a:rPr>
                        <a:t>149</a:t>
                      </a:r>
                    </a:p>
                  </a:txBody>
                  <a:tcPr/>
                </a:tc>
                <a:extLst>
                  <a:ext uri="{0D108BD9-81ED-4DB2-BD59-A6C34878D82A}">
                    <a16:rowId xmlns:a16="http://schemas.microsoft.com/office/drawing/2014/main" val="3958324888"/>
                  </a:ext>
                </a:extLst>
              </a:tr>
              <a:tr h="370840">
                <a:tc>
                  <a:txBody>
                    <a:bodyPr/>
                    <a:lstStyle/>
                    <a:p>
                      <a:r>
                        <a:rPr lang="vi-VN" dirty="0">
                          <a:latin typeface="Times New Roman."/>
                        </a:rPr>
                        <a:t>Kỹ thuật phần mềm</a:t>
                      </a:r>
                    </a:p>
                  </a:txBody>
                  <a:tcPr/>
                </a:tc>
                <a:tc>
                  <a:txBody>
                    <a:bodyPr/>
                    <a:lstStyle/>
                    <a:p>
                      <a:r>
                        <a:rPr lang="vi-VN" dirty="0">
                          <a:latin typeface="Times New Roman."/>
                        </a:rPr>
                        <a:t>266</a:t>
                      </a:r>
                    </a:p>
                  </a:txBody>
                  <a:tcPr/>
                </a:tc>
                <a:extLst>
                  <a:ext uri="{0D108BD9-81ED-4DB2-BD59-A6C34878D82A}">
                    <a16:rowId xmlns:a16="http://schemas.microsoft.com/office/drawing/2014/main" val="3680610298"/>
                  </a:ext>
                </a:extLst>
              </a:tr>
              <a:tr h="370840">
                <a:tc>
                  <a:txBody>
                    <a:bodyPr/>
                    <a:lstStyle/>
                    <a:p>
                      <a:r>
                        <a:rPr lang="vi-VN" dirty="0">
                          <a:latin typeface="Times New Roman."/>
                        </a:rPr>
                        <a:t>Hệ thống thông tin</a:t>
                      </a:r>
                    </a:p>
                  </a:txBody>
                  <a:tcPr/>
                </a:tc>
                <a:tc>
                  <a:txBody>
                    <a:bodyPr/>
                    <a:lstStyle/>
                    <a:p>
                      <a:r>
                        <a:rPr lang="vi-VN" dirty="0">
                          <a:latin typeface="Times New Roman."/>
                        </a:rPr>
                        <a:t>135</a:t>
                      </a:r>
                    </a:p>
                  </a:txBody>
                  <a:tcPr/>
                </a:tc>
                <a:extLst>
                  <a:ext uri="{0D108BD9-81ED-4DB2-BD59-A6C34878D82A}">
                    <a16:rowId xmlns:a16="http://schemas.microsoft.com/office/drawing/2014/main" val="1151795478"/>
                  </a:ext>
                </a:extLst>
              </a:tr>
              <a:tr h="370840">
                <a:tc>
                  <a:txBody>
                    <a:bodyPr/>
                    <a:lstStyle/>
                    <a:p>
                      <a:r>
                        <a:rPr lang="vi-VN" dirty="0">
                          <a:latin typeface="Times New Roman."/>
                        </a:rPr>
                        <a:t>Khoa học máy tính</a:t>
                      </a:r>
                    </a:p>
                  </a:txBody>
                  <a:tcPr/>
                </a:tc>
                <a:tc>
                  <a:txBody>
                    <a:bodyPr/>
                    <a:lstStyle/>
                    <a:p>
                      <a:r>
                        <a:rPr lang="vi-VN" dirty="0">
                          <a:latin typeface="Times New Roman."/>
                        </a:rPr>
                        <a:t>178</a:t>
                      </a:r>
                    </a:p>
                  </a:txBody>
                  <a:tcPr/>
                </a:tc>
                <a:extLst>
                  <a:ext uri="{0D108BD9-81ED-4DB2-BD59-A6C34878D82A}">
                    <a16:rowId xmlns:a16="http://schemas.microsoft.com/office/drawing/2014/main" val="3122903560"/>
                  </a:ext>
                </a:extLst>
              </a:tr>
              <a:tr h="370840">
                <a:tc>
                  <a:txBody>
                    <a:bodyPr/>
                    <a:lstStyle/>
                    <a:p>
                      <a:r>
                        <a:rPr lang="vi-VN" dirty="0">
                          <a:latin typeface="Times New Roman."/>
                        </a:rPr>
                        <a:t>Tin học ứng dụng</a:t>
                      </a:r>
                    </a:p>
                  </a:txBody>
                  <a:tcPr/>
                </a:tc>
                <a:tc>
                  <a:txBody>
                    <a:bodyPr/>
                    <a:lstStyle/>
                    <a:p>
                      <a:r>
                        <a:rPr lang="vi-VN" dirty="0">
                          <a:latin typeface="Times New Roman."/>
                        </a:rPr>
                        <a:t>32</a:t>
                      </a:r>
                    </a:p>
                  </a:txBody>
                  <a:tcPr/>
                </a:tc>
                <a:extLst>
                  <a:ext uri="{0D108BD9-81ED-4DB2-BD59-A6C34878D82A}">
                    <a16:rowId xmlns:a16="http://schemas.microsoft.com/office/drawing/2014/main" val="2211753220"/>
                  </a:ext>
                </a:extLst>
              </a:tr>
              <a:tr h="370840">
                <a:tc>
                  <a:txBody>
                    <a:bodyPr/>
                    <a:lstStyle/>
                    <a:p>
                      <a:r>
                        <a:rPr lang="vi-VN" dirty="0">
                          <a:latin typeface="Times New Roman."/>
                        </a:rPr>
                        <a:t>Tổng</a:t>
                      </a:r>
                    </a:p>
                  </a:txBody>
                  <a:tcPr/>
                </a:tc>
                <a:tc>
                  <a:txBody>
                    <a:bodyPr/>
                    <a:lstStyle/>
                    <a:p>
                      <a:r>
                        <a:rPr lang="vi-VN" dirty="0">
                          <a:latin typeface="Times New Roman."/>
                        </a:rPr>
                        <a:t>1251</a:t>
                      </a:r>
                    </a:p>
                  </a:txBody>
                  <a:tcPr/>
                </a:tc>
                <a:extLst>
                  <a:ext uri="{0D108BD9-81ED-4DB2-BD59-A6C34878D82A}">
                    <a16:rowId xmlns:a16="http://schemas.microsoft.com/office/drawing/2014/main" val="3974057606"/>
                  </a:ext>
                </a:extLst>
              </a:tr>
            </a:tbl>
          </a:graphicData>
        </a:graphic>
      </p:graphicFrame>
    </p:spTree>
    <p:extLst>
      <p:ext uri="{BB962C8B-B14F-4D97-AF65-F5344CB8AC3E}">
        <p14:creationId xmlns:p14="http://schemas.microsoft.com/office/powerpoint/2010/main" val="1202224200"/>
      </p:ext>
    </p:extLst>
  </p:cSld>
  <p:clrMapOvr>
    <a:masterClrMapping/>
  </p:clrMapOvr>
</p:sld>
</file>

<file path=ppt/theme/theme1.xml><?xml version="1.0" encoding="utf-8"?>
<a:theme xmlns:a="http://schemas.openxmlformats.org/drawingml/2006/main" name="Default Design">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777</TotalTime>
  <Words>358</Words>
  <Application>Microsoft Office PowerPoint</Application>
  <PresentationFormat>On-screen Show (4:3)</PresentationFormat>
  <Paragraphs>55</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Inter</vt:lpstr>
      <vt:lpstr>Times New Roman.</vt:lpstr>
      <vt:lpstr>Arial</vt:lpstr>
      <vt:lpstr>Calibri</vt:lpstr>
      <vt:lpstr>Wingdings</vt:lpstr>
      <vt:lpstr>Default Design</vt:lpstr>
      <vt:lpstr>BỐ CỤC MỘT BÀI THUYẾT TRÌNH</vt:lpstr>
      <vt:lpstr>Giới thiệu</vt:lpstr>
      <vt:lpstr>Phần mở đầu</vt:lpstr>
      <vt:lpstr>Phần chính</vt:lpstr>
      <vt:lpstr>Phần kết</vt:lpstr>
      <vt:lpstr>PowerPoint Presentation</vt:lpstr>
      <vt:lpstr>Ví dụ, sử dụng một đoạn trích dẫn khi giới thiệu</vt:lpstr>
      <vt:lpstr>Ví dụ minh chứng một vấn đề</vt:lpstr>
    </vt:vector>
  </TitlesOfParts>
  <Company>CANTHO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LRC</dc:creator>
  <cp:lastModifiedBy>NGOC DIEP NGUYEN</cp:lastModifiedBy>
  <cp:revision>65</cp:revision>
  <dcterms:created xsi:type="dcterms:W3CDTF">2008-08-06T06:37:20Z</dcterms:created>
  <dcterms:modified xsi:type="dcterms:W3CDTF">2026-02-05T13:35:15Z</dcterms:modified>
</cp:coreProperties>
</file>